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1"/>
  </p:sldMasterIdLst>
  <p:sldIdLst>
    <p:sldId id="256" r:id="rId2"/>
    <p:sldId id="258" r:id="rId3"/>
    <p:sldId id="257" r:id="rId4"/>
    <p:sldId id="261" r:id="rId5"/>
    <p:sldId id="262" r:id="rId6"/>
    <p:sldId id="259" r:id="rId7"/>
    <p:sldId id="260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830"/>
    <p:restoredTop sz="94659"/>
  </p:normalViewPr>
  <p:slideViewPr>
    <p:cSldViewPr snapToGrid="0" snapToObjects="1">
      <p:cViewPr>
        <p:scale>
          <a:sx n="106" d="100"/>
          <a:sy n="106" d="100"/>
        </p:scale>
        <p:origin x="14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 t="-9000" r="-3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489EEFFD-9432-9544-A103-6D42EDCDA209}"/>
              </a:ext>
            </a:extLst>
          </p:cNvPr>
          <p:cNvSpPr>
            <a:spLocks noChangeAspect="1"/>
          </p:cNvSpPr>
          <p:nvPr userDrawn="1"/>
        </p:nvSpPr>
        <p:spPr>
          <a:xfrm>
            <a:off x="9441853" y="5352619"/>
            <a:ext cx="2750147" cy="1099724"/>
          </a:xfrm>
          <a:prstGeom prst="roundRect">
            <a:avLst>
              <a:gd name="adj" fmla="val 0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482" y="2658935"/>
            <a:ext cx="7370182" cy="209822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82" y="48706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47E2B3C-FFEC-E64B-9190-2DC5EB2CE8BF}"/>
              </a:ext>
            </a:extLst>
          </p:cNvPr>
          <p:cNvSpPr/>
          <p:nvPr userDrawn="1"/>
        </p:nvSpPr>
        <p:spPr>
          <a:xfrm>
            <a:off x="-258" y="0"/>
            <a:ext cx="12192000" cy="124301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CACB5CB-5855-934F-8D57-C9344E5B10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9982" y="84203"/>
            <a:ext cx="2299680" cy="1074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6FED89-C4C7-C243-9CAC-28E89F0D60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04620" y="51277"/>
            <a:ext cx="3307398" cy="1074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Cuerda 14">
            <a:extLst>
              <a:ext uri="{FF2B5EF4-FFF2-40B4-BE49-F238E27FC236}">
                <a16:creationId xmlns:a16="http://schemas.microsoft.com/office/drawing/2014/main" id="{DBEEDDA2-3457-2345-8260-9B8B844AC09C}"/>
              </a:ext>
            </a:extLst>
          </p:cNvPr>
          <p:cNvSpPr/>
          <p:nvPr userDrawn="1"/>
        </p:nvSpPr>
        <p:spPr>
          <a:xfrm>
            <a:off x="8768543" y="5353662"/>
            <a:ext cx="1342355" cy="1099724"/>
          </a:xfrm>
          <a:prstGeom prst="chord">
            <a:avLst>
              <a:gd name="adj1" fmla="val 5372617"/>
              <a:gd name="adj2" fmla="val 16232354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8289C694-F277-EA45-88E1-E9AFFD8B4039}"/>
              </a:ext>
            </a:extLst>
          </p:cNvPr>
          <p:cNvSpPr>
            <a:spLocks noChangeAspect="1"/>
          </p:cNvSpPr>
          <p:nvPr userDrawn="1"/>
        </p:nvSpPr>
        <p:spPr>
          <a:xfrm>
            <a:off x="4864" y="4646323"/>
            <a:ext cx="7370182" cy="280303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8" name="Cuerda 17">
            <a:extLst>
              <a:ext uri="{FF2B5EF4-FFF2-40B4-BE49-F238E27FC236}">
                <a16:creationId xmlns:a16="http://schemas.microsoft.com/office/drawing/2014/main" id="{46D55A4D-18DD-AD47-AD58-029E292AD709}"/>
              </a:ext>
            </a:extLst>
          </p:cNvPr>
          <p:cNvSpPr/>
          <p:nvPr userDrawn="1"/>
        </p:nvSpPr>
        <p:spPr>
          <a:xfrm rot="10800000">
            <a:off x="7204756" y="4644356"/>
            <a:ext cx="342146" cy="280303"/>
          </a:xfrm>
          <a:prstGeom prst="chord">
            <a:avLst>
              <a:gd name="adj1" fmla="val 5372617"/>
              <a:gd name="adj2" fmla="val 16232354"/>
            </a:avLst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DD7EEC4-738F-E243-AEF5-1BF9E8268F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4227" t="8420" r="15201" b="18069"/>
          <a:stretch/>
        </p:blipFill>
        <p:spPr>
          <a:xfrm>
            <a:off x="9046644" y="5374417"/>
            <a:ext cx="3264575" cy="113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36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71512"/>
            <a:ext cx="9601200" cy="148590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376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Encabezado de secció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9754C1F5-7F6B-EA46-BAF7-57D2A87101EB}"/>
              </a:ext>
            </a:extLst>
          </p:cNvPr>
          <p:cNvSpPr>
            <a:spLocks noChangeAspect="1"/>
          </p:cNvSpPr>
          <p:nvPr userDrawn="1"/>
        </p:nvSpPr>
        <p:spPr>
          <a:xfrm>
            <a:off x="9441853" y="153978"/>
            <a:ext cx="2750147" cy="1099724"/>
          </a:xfrm>
          <a:prstGeom prst="roundRect">
            <a:avLst>
              <a:gd name="adj" fmla="val 0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Cuerda 13">
            <a:extLst>
              <a:ext uri="{FF2B5EF4-FFF2-40B4-BE49-F238E27FC236}">
                <a16:creationId xmlns:a16="http://schemas.microsoft.com/office/drawing/2014/main" id="{E47B58D2-F8C3-DC41-A140-FB534C55FC3C}"/>
              </a:ext>
            </a:extLst>
          </p:cNvPr>
          <p:cNvSpPr/>
          <p:nvPr userDrawn="1"/>
        </p:nvSpPr>
        <p:spPr>
          <a:xfrm>
            <a:off x="8768543" y="155021"/>
            <a:ext cx="1342355" cy="1099724"/>
          </a:xfrm>
          <a:prstGeom prst="chord">
            <a:avLst>
              <a:gd name="adj1" fmla="val 5372617"/>
              <a:gd name="adj2" fmla="val 16232354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DA8D54-8EDA-624E-8FAC-AEA4593EF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227" t="8420" r="15201" b="18069"/>
          <a:stretch/>
        </p:blipFill>
        <p:spPr>
          <a:xfrm>
            <a:off x="9119570" y="251168"/>
            <a:ext cx="2970826" cy="103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10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989" y="657225"/>
            <a:ext cx="9601200" cy="1485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7921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602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828" y="671512"/>
            <a:ext cx="9601200" cy="1485900"/>
          </a:xfrm>
          <a:prstGeom prst="rect">
            <a:avLst/>
          </a:prstGeom>
        </p:spPr>
        <p:txBody>
          <a:bodyPr/>
          <a:lstStyle/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520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759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A2989C82-3E04-1C47-8CD9-8AB4FCCBCC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l="1" r="48456"/>
          <a:stretch/>
        </p:blipFill>
        <p:spPr>
          <a:xfrm>
            <a:off x="0" y="0"/>
            <a:ext cx="530352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pPr/>
              <a:t>21/09/23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431D493-8641-1F4B-AF8A-2BCE3B5321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394" t="13292" r="17677" b="17804"/>
          <a:stretch/>
        </p:blipFill>
        <p:spPr>
          <a:xfrm>
            <a:off x="3981372" y="140620"/>
            <a:ext cx="1196496" cy="4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54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4901A7E-E5B8-9740-A4E6-F06526501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l="1" r="48456"/>
          <a:stretch/>
        </p:blipFill>
        <p:spPr>
          <a:xfrm>
            <a:off x="0" y="0"/>
            <a:ext cx="530352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pPr/>
              <a:t>21/09/23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F8612CC-04CE-B543-81B0-0B50C3EC9B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394" t="13292" r="17677" b="17804"/>
          <a:stretch/>
        </p:blipFill>
        <p:spPr>
          <a:xfrm>
            <a:off x="3981372" y="140620"/>
            <a:ext cx="1196496" cy="4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8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0650" y="642938"/>
            <a:ext cx="9601200" cy="148590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6170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332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t>21/09/23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4455771-8EB5-7745-B49C-A71AB87A13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50000"/>
          </a:blip>
          <a:srcRect r="87284"/>
          <a:stretch/>
        </p:blipFill>
        <p:spPr>
          <a:xfrm>
            <a:off x="0" y="0"/>
            <a:ext cx="1308410" cy="68580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BB0CF9B-70C4-174C-B897-F6B5753796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14394" t="13292" r="17677" b="17804"/>
          <a:stretch/>
        </p:blipFill>
        <p:spPr>
          <a:xfrm>
            <a:off x="63786" y="6433783"/>
            <a:ext cx="1196496" cy="4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8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9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27585CD-2C79-3E4A-9B9A-AE03A8639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5095D616-4D44-714A-AC4D-33D938630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0950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BCFDF-83E5-DB4C-9440-371B3C5DF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731010-63A1-A744-8035-9B1D25912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08708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BF166-2FF6-AD4A-BF19-44DE8F59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A187BD-88F2-8A45-AAF4-965640787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38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A4186-F5F1-1546-AE6C-A8D88A4D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570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758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28855-AF5B-8F40-8149-6FB4DA8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353E22-159D-FA44-B23E-A1B6A0A858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F90EDC-4F0B-0D40-BEC5-F247B63035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3565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668E55-0B79-D54B-B56D-A959305B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B6AA299-45BD-2C42-B68D-1ADF49276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CCFE7-4A31-D34F-BC77-2881F58D6D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80CB77-577E-9642-8B67-B3FC5CE82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626D655-F6B5-9946-BB4F-C5C869B91A4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7226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900FBD-CE13-6342-883F-B0BBD2A48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691EF1-10A5-8644-9BB3-405532E95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1ECEFE-1E72-1B4C-BEB2-4996567B4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323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FD5D4B-850B-0747-BF82-CB846F9E2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4AD03BF-E11A-254F-A119-FDA0A9CCCA0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F0C890-2DB0-594A-A10B-9B4C4751C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721112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{E007C9C8-6295-A843-8705-F77D3311D4DC}tf10001072_mac</Template>
  <TotalTime>224</TotalTime>
  <Words>0</Words>
  <Application>Microsoft Macintosh PowerPoint</Application>
  <PresentationFormat>Panorámica</PresentationFormat>
  <Paragraphs>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Franklin Gothic Book</vt:lpstr>
      <vt:lpstr>Recorte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 Cecilia  Ruiz  Calvil</dc:creator>
  <cp:lastModifiedBy>Microsoft Office User</cp:lastModifiedBy>
  <cp:revision>21</cp:revision>
  <dcterms:created xsi:type="dcterms:W3CDTF">2022-06-07T18:05:37Z</dcterms:created>
  <dcterms:modified xsi:type="dcterms:W3CDTF">2023-09-21T19:58:27Z</dcterms:modified>
</cp:coreProperties>
</file>
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4"/>
  </p:sldMasterIdLst>
  <p:notesMasterIdLst>
    <p:notesMasterId r:id="rId40"/>
  </p:notesMasterIdLst>
  <p:sldIdLst>
    <p:sldId id="263" r:id="rId5"/>
    <p:sldId id="257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6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</p:sldIdLst>
  <p:sldSz cx="12192000" cy="6858000"/>
  <p:notesSz cx="6858000" cy="9144000"/>
  <p:embeddedFontLst>
    <p:embeddedFont>
      <p:font typeface="Bauhaus 93" panose="04030905020B02020C02" pitchFamily="82" charset="0"/>
      <p:regular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Calibri Light" panose="020F0302020204030204" pitchFamily="34" charset="0"/>
      <p:regular r:id="rId46"/>
      <p:italic r:id="rId47"/>
    </p:embeddedFont>
    <p:embeddedFont>
      <p:font typeface="Montserrat" panose="000005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gcaJxj30DIbSgWSDqQ0XeqNAzR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69A6"/>
    <a:srgbClr val="D9952F"/>
    <a:srgbClr val="363CAC"/>
    <a:srgbClr val="3B3F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090975-8DF5-4233-90BB-16348C9D7897}" v="288" dt="2022-08-02T16:10:47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74"/>
  </p:normalViewPr>
  <p:slideViewPr>
    <p:cSldViewPr snapToGrid="0">
      <p:cViewPr varScale="1">
        <p:scale>
          <a:sx n="60" d="100"/>
          <a:sy n="60" d="100"/>
        </p:scale>
        <p:origin x="78" y="10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customschemas.google.com/relationships/presentationmetadata" Target="metadata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1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6.fntdata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9.fntdata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ILINA CEDILLO ROSALES" userId="S::sibilina.cedillors@uanl.edu.mx::9e59ad33-eabb-4e50-a90f-9a88506eb433" providerId="AD" clId="Web-{A6090975-8DF5-4233-90BB-16348C9D7897}"/>
    <pc:docChg chg="modSld">
      <pc:chgData name="SIBILINA CEDILLO ROSALES" userId="S::sibilina.cedillors@uanl.edu.mx::9e59ad33-eabb-4e50-a90f-9a88506eb433" providerId="AD" clId="Web-{A6090975-8DF5-4233-90BB-16348C9D7897}" dt="2022-08-02T16:10:47.297" v="292" actId="1076"/>
      <pc:docMkLst>
        <pc:docMk/>
      </pc:docMkLst>
      <pc:sldChg chg="modSp">
        <pc:chgData name="SIBILINA CEDILLO ROSALES" userId="S::sibilina.cedillors@uanl.edu.mx::9e59ad33-eabb-4e50-a90f-9a88506eb433" providerId="AD" clId="Web-{A6090975-8DF5-4233-90BB-16348C9D7897}" dt="2022-08-02T15:54:09.628" v="0" actId="14100"/>
        <pc:sldMkLst>
          <pc:docMk/>
          <pc:sldMk cId="0" sldId="257"/>
        </pc:sldMkLst>
        <pc:picChg chg="mod">
          <ac:chgData name="SIBILINA CEDILLO ROSALES" userId="S::sibilina.cedillors@uanl.edu.mx::9e59ad33-eabb-4e50-a90f-9a88506eb433" providerId="AD" clId="Web-{A6090975-8DF5-4233-90BB-16348C9D7897}" dt="2022-08-02T15:54:09.628" v="0" actId="14100"/>
          <ac:picMkLst>
            <pc:docMk/>
            <pc:sldMk cId="0" sldId="257"/>
            <ac:picMk id="4" creationId="{919F2C3D-B74C-407F-B032-E79CC25CBC95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5:36.616" v="197" actId="1076"/>
        <pc:sldMkLst>
          <pc:docMk/>
          <pc:sldMk cId="0" sldId="262"/>
        </pc:sldMkLst>
        <pc:spChg chg="mod">
          <ac:chgData name="SIBILINA CEDILLO ROSALES" userId="S::sibilina.cedillors@uanl.edu.mx::9e59ad33-eabb-4e50-a90f-9a88506eb433" providerId="AD" clId="Web-{A6090975-8DF5-4233-90BB-16348C9D7897}" dt="2022-08-02T16:05:36.616" v="197" actId="1076"/>
          <ac:spMkLst>
            <pc:docMk/>
            <pc:sldMk cId="0" sldId="262"/>
            <ac:spMk id="4" creationId="{6D5F7337-D90B-4245-9D6A-4318A345D197}"/>
          </ac:spMkLst>
        </pc:spChg>
      </pc:sldChg>
      <pc:sldChg chg="modSp">
        <pc:chgData name="SIBILINA CEDILLO ROSALES" userId="S::sibilina.cedillors@uanl.edu.mx::9e59ad33-eabb-4e50-a90f-9a88506eb433" providerId="AD" clId="Web-{A6090975-8DF5-4233-90BB-16348C9D7897}" dt="2022-08-02T15:54:34.676" v="2" actId="14100"/>
        <pc:sldMkLst>
          <pc:docMk/>
          <pc:sldMk cId="4066595904" sldId="264"/>
        </pc:sldMkLst>
        <pc:graphicFrameChg chg="mod">
          <ac:chgData name="SIBILINA CEDILLO ROSALES" userId="S::sibilina.cedillors@uanl.edu.mx::9e59ad33-eabb-4e50-a90f-9a88506eb433" providerId="AD" clId="Web-{A6090975-8DF5-4233-90BB-16348C9D7897}" dt="2022-08-02T15:54:34.676" v="2" actId="14100"/>
          <ac:graphicFrameMkLst>
            <pc:docMk/>
            <pc:sldMk cId="4066595904" sldId="264"/>
            <ac:graphicFrameMk id="2" creationId="{52B5DB3D-AC5B-48F0-8AD4-AF753BC876E2}"/>
          </ac:graphicFrameMkLst>
        </pc:graphicFrameChg>
      </pc:sldChg>
      <pc:sldChg chg="modSp">
        <pc:chgData name="SIBILINA CEDILLO ROSALES" userId="S::sibilina.cedillors@uanl.edu.mx::9e59ad33-eabb-4e50-a90f-9a88506eb433" providerId="AD" clId="Web-{A6090975-8DF5-4233-90BB-16348C9D7897}" dt="2022-08-02T15:55:02.317" v="5" actId="14100"/>
        <pc:sldMkLst>
          <pc:docMk/>
          <pc:sldMk cId="169504886" sldId="265"/>
        </pc:sldMkLst>
        <pc:graphicFrameChg chg="mod">
          <ac:chgData name="SIBILINA CEDILLO ROSALES" userId="S::sibilina.cedillors@uanl.edu.mx::9e59ad33-eabb-4e50-a90f-9a88506eb433" providerId="AD" clId="Web-{A6090975-8DF5-4233-90BB-16348C9D7897}" dt="2022-08-02T15:55:02.317" v="5" actId="14100"/>
          <ac:graphicFrameMkLst>
            <pc:docMk/>
            <pc:sldMk cId="169504886" sldId="265"/>
            <ac:graphicFrameMk id="2" creationId="{8A430024-1705-4A52-AA97-D8D336DDB842}"/>
          </ac:graphicFrameMkLst>
        </pc:graphicFrameChg>
      </pc:sldChg>
      <pc:sldChg chg="modSp">
        <pc:chgData name="SIBILINA CEDILLO ROSALES" userId="S::sibilina.cedillors@uanl.edu.mx::9e59ad33-eabb-4e50-a90f-9a88506eb433" providerId="AD" clId="Web-{A6090975-8DF5-4233-90BB-16348C9D7897}" dt="2022-08-02T15:55:40.506" v="16" actId="20577"/>
        <pc:sldMkLst>
          <pc:docMk/>
          <pc:sldMk cId="4081434601" sldId="266"/>
        </pc:sldMkLst>
        <pc:spChg chg="mod">
          <ac:chgData name="SIBILINA CEDILLO ROSALES" userId="S::sibilina.cedillors@uanl.edu.mx::9e59ad33-eabb-4e50-a90f-9a88506eb433" providerId="AD" clId="Web-{A6090975-8DF5-4233-90BB-16348C9D7897}" dt="2022-08-02T15:55:21.255" v="10" actId="1076"/>
          <ac:spMkLst>
            <pc:docMk/>
            <pc:sldMk cId="4081434601" sldId="266"/>
            <ac:spMk id="2" creationId="{516C1326-DEA5-4987-9743-6086C23BA720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5:55:40.506" v="16" actId="20577"/>
          <ac:spMkLst>
            <pc:docMk/>
            <pc:sldMk cId="4081434601" sldId="266"/>
            <ac:spMk id="3" creationId="{6EBA8E02-FD8D-4D29-940D-04690C2DDB93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5:55:16.552" v="9" actId="1076"/>
          <ac:picMkLst>
            <pc:docMk/>
            <pc:sldMk cId="4081434601" sldId="266"/>
            <ac:picMk id="4" creationId="{A06B1B97-172F-4269-9CE5-937C22961FB5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5:57:29.759" v="45" actId="14100"/>
        <pc:sldMkLst>
          <pc:docMk/>
          <pc:sldMk cId="2418098906" sldId="267"/>
        </pc:sldMkLst>
        <pc:spChg chg="mod">
          <ac:chgData name="SIBILINA CEDILLO ROSALES" userId="S::sibilina.cedillors@uanl.edu.mx::9e59ad33-eabb-4e50-a90f-9a88506eb433" providerId="AD" clId="Web-{A6090975-8DF5-4233-90BB-16348C9D7897}" dt="2022-08-02T15:56:03.975" v="20" actId="1076"/>
          <ac:spMkLst>
            <pc:docMk/>
            <pc:sldMk cId="2418098906" sldId="267"/>
            <ac:spMk id="2" creationId="{860C6F4D-E318-4FD8-B718-750E0EF98380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5:57:20.727" v="42" actId="1076"/>
          <ac:spMkLst>
            <pc:docMk/>
            <pc:sldMk cId="2418098906" sldId="267"/>
            <ac:spMk id="3" creationId="{9193BE8E-1C37-4289-B31C-AE621AD4688F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5:57:23.946" v="43" actId="1076"/>
          <ac:spMkLst>
            <pc:docMk/>
            <pc:sldMk cId="2418098906" sldId="267"/>
            <ac:spMk id="4" creationId="{F77774C9-AA9B-477F-AC0A-5655C3BB5061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5:57:29.759" v="45" actId="14100"/>
          <ac:picMkLst>
            <pc:docMk/>
            <pc:sldMk cId="2418098906" sldId="267"/>
            <ac:picMk id="5" creationId="{896114FD-270A-4A57-A2CE-AA906CF13360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5:58:12.354" v="57" actId="1076"/>
        <pc:sldMkLst>
          <pc:docMk/>
          <pc:sldMk cId="561679033" sldId="268"/>
        </pc:sldMkLst>
        <pc:spChg chg="mod">
          <ac:chgData name="SIBILINA CEDILLO ROSALES" userId="S::sibilina.cedillors@uanl.edu.mx::9e59ad33-eabb-4e50-a90f-9a88506eb433" providerId="AD" clId="Web-{A6090975-8DF5-4233-90BB-16348C9D7897}" dt="2022-08-02T15:57:47.806" v="50" actId="1076"/>
          <ac:spMkLst>
            <pc:docMk/>
            <pc:sldMk cId="561679033" sldId="268"/>
            <ac:spMk id="2" creationId="{B60146DE-89D2-4321-A57A-0818940608CF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5:57:43.681" v="49" actId="1076"/>
          <ac:spMkLst>
            <pc:docMk/>
            <pc:sldMk cId="561679033" sldId="268"/>
            <ac:spMk id="6" creationId="{A7F21D32-D7A6-48BF-BE41-7F5D331FA124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5:57:39.087" v="48" actId="14100"/>
          <ac:picMkLst>
            <pc:docMk/>
            <pc:sldMk cId="561679033" sldId="268"/>
            <ac:picMk id="3" creationId="{6CE778F2-3BA2-454B-9E42-3FB079085391}"/>
          </ac:picMkLst>
        </pc:picChg>
        <pc:picChg chg="mod">
          <ac:chgData name="SIBILINA CEDILLO ROSALES" userId="S::sibilina.cedillors@uanl.edu.mx::9e59ad33-eabb-4e50-a90f-9a88506eb433" providerId="AD" clId="Web-{A6090975-8DF5-4233-90BB-16348C9D7897}" dt="2022-08-02T15:57:55.150" v="53" actId="14100"/>
          <ac:picMkLst>
            <pc:docMk/>
            <pc:sldMk cId="561679033" sldId="268"/>
            <ac:picMk id="4" creationId="{1D31C304-E725-40CC-87AE-4DAF1A606195}"/>
          </ac:picMkLst>
        </pc:picChg>
        <pc:picChg chg="mod">
          <ac:chgData name="SIBILINA CEDILLO ROSALES" userId="S::sibilina.cedillors@uanl.edu.mx::9e59ad33-eabb-4e50-a90f-9a88506eb433" providerId="AD" clId="Web-{A6090975-8DF5-4233-90BB-16348C9D7897}" dt="2022-08-02T15:58:12.354" v="57" actId="1076"/>
          <ac:picMkLst>
            <pc:docMk/>
            <pc:sldMk cId="561679033" sldId="268"/>
            <ac:picMk id="5" creationId="{88953290-0D58-4035-84BE-23C732F9612F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5:58:54.511" v="67" actId="14100"/>
        <pc:sldMkLst>
          <pc:docMk/>
          <pc:sldMk cId="4293232260" sldId="269"/>
        </pc:sldMkLst>
        <pc:spChg chg="mod">
          <ac:chgData name="SIBILINA CEDILLO ROSALES" userId="S::sibilina.cedillors@uanl.edu.mx::9e59ad33-eabb-4e50-a90f-9a88506eb433" providerId="AD" clId="Web-{A6090975-8DF5-4233-90BB-16348C9D7897}" dt="2022-08-02T15:58:25.651" v="59" actId="1076"/>
          <ac:spMkLst>
            <pc:docMk/>
            <pc:sldMk cId="4293232260" sldId="269"/>
            <ac:spMk id="2" creationId="{E873B534-6ABA-4C50-A102-72D38FB721C5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5:58:28.917" v="60" actId="1076"/>
          <ac:spMkLst>
            <pc:docMk/>
            <pc:sldMk cId="4293232260" sldId="269"/>
            <ac:spMk id="3" creationId="{B4B367FF-1855-40D5-BF22-31BFF7B3F4C1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5:58:32.854" v="61" actId="1076"/>
          <ac:spMkLst>
            <pc:docMk/>
            <pc:sldMk cId="4293232260" sldId="269"/>
            <ac:spMk id="6" creationId="{0432F837-70D4-4F5E-A858-833C4223D1FC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5:58:39.089" v="64" actId="14100"/>
          <ac:picMkLst>
            <pc:docMk/>
            <pc:sldMk cId="4293232260" sldId="269"/>
            <ac:picMk id="4" creationId="{8BE12048-396C-4264-B901-66607B2D67D3}"/>
          </ac:picMkLst>
        </pc:picChg>
        <pc:picChg chg="mod">
          <ac:chgData name="SIBILINA CEDILLO ROSALES" userId="S::sibilina.cedillors@uanl.edu.mx::9e59ad33-eabb-4e50-a90f-9a88506eb433" providerId="AD" clId="Web-{A6090975-8DF5-4233-90BB-16348C9D7897}" dt="2022-08-02T15:58:54.511" v="67" actId="14100"/>
          <ac:picMkLst>
            <pc:docMk/>
            <pc:sldMk cId="4293232260" sldId="269"/>
            <ac:picMk id="5" creationId="{479D2DFC-0F0B-4219-A964-1502BA4EF322}"/>
          </ac:picMkLst>
        </pc:picChg>
      </pc:sldChg>
      <pc:sldChg chg="delSp modSp">
        <pc:chgData name="SIBILINA CEDILLO ROSALES" userId="S::sibilina.cedillors@uanl.edu.mx::9e59ad33-eabb-4e50-a90f-9a88506eb433" providerId="AD" clId="Web-{A6090975-8DF5-4233-90BB-16348C9D7897}" dt="2022-08-02T16:00:19.529" v="80"/>
        <pc:sldMkLst>
          <pc:docMk/>
          <pc:sldMk cId="3482425888" sldId="270"/>
        </pc:sldMkLst>
        <pc:spChg chg="mod">
          <ac:chgData name="SIBILINA CEDILLO ROSALES" userId="S::sibilina.cedillors@uanl.edu.mx::9e59ad33-eabb-4e50-a90f-9a88506eb433" providerId="AD" clId="Web-{A6090975-8DF5-4233-90BB-16348C9D7897}" dt="2022-08-02T16:00:19.529" v="80"/>
          <ac:spMkLst>
            <pc:docMk/>
            <pc:sldMk cId="3482425888" sldId="270"/>
            <ac:spMk id="4" creationId="{9DFB7726-E44A-4D46-9B94-B2C452136BED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5:59:24.621" v="74" actId="14100"/>
          <ac:picMkLst>
            <pc:docMk/>
            <pc:sldMk cId="3482425888" sldId="270"/>
            <ac:picMk id="3" creationId="{AA75C08C-A7A7-4CBB-9C34-E863A4F76766}"/>
          </ac:picMkLst>
        </pc:picChg>
        <pc:picChg chg="del mod">
          <ac:chgData name="SIBILINA CEDILLO ROSALES" userId="S::sibilina.cedillors@uanl.edu.mx::9e59ad33-eabb-4e50-a90f-9a88506eb433" providerId="AD" clId="Web-{A6090975-8DF5-4233-90BB-16348C9D7897}" dt="2022-08-02T15:59:19.918" v="73"/>
          <ac:picMkLst>
            <pc:docMk/>
            <pc:sldMk cId="3482425888" sldId="270"/>
            <ac:picMk id="6" creationId="{E2C37DA2-77CD-4AFB-93E1-B60702C29727}"/>
          </ac:picMkLst>
        </pc:picChg>
        <pc:picChg chg="del mod">
          <ac:chgData name="SIBILINA CEDILLO ROSALES" userId="S::sibilina.cedillors@uanl.edu.mx::9e59ad33-eabb-4e50-a90f-9a88506eb433" providerId="AD" clId="Web-{A6090975-8DF5-4233-90BB-16348C9D7897}" dt="2022-08-02T15:59:13.684" v="71"/>
          <ac:picMkLst>
            <pc:docMk/>
            <pc:sldMk cId="3482425888" sldId="270"/>
            <ac:picMk id="11" creationId="{DFB17658-D71A-469C-82C0-AE988DBB5AC5}"/>
          </ac:picMkLst>
        </pc:picChg>
        <pc:picChg chg="del mod">
          <ac:chgData name="SIBILINA CEDILLO ROSALES" userId="S::sibilina.cedillors@uanl.edu.mx::9e59ad33-eabb-4e50-a90f-9a88506eb433" providerId="AD" clId="Web-{A6090975-8DF5-4233-90BB-16348C9D7897}" dt="2022-08-02T15:59:07.340" v="69"/>
          <ac:picMkLst>
            <pc:docMk/>
            <pc:sldMk cId="3482425888" sldId="270"/>
            <ac:picMk id="12" creationId="{10C2B098-9B1E-433F-B83E-2306A30C79EC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0:50.608" v="92"/>
        <pc:sldMkLst>
          <pc:docMk/>
          <pc:sldMk cId="203599153" sldId="271"/>
        </pc:sldMkLst>
        <pc:spChg chg="mod">
          <ac:chgData name="SIBILINA CEDILLO ROSALES" userId="S::sibilina.cedillors@uanl.edu.mx::9e59ad33-eabb-4e50-a90f-9a88506eb433" providerId="AD" clId="Web-{A6090975-8DF5-4233-90BB-16348C9D7897}" dt="2022-08-02T16:00:50.608" v="92"/>
          <ac:spMkLst>
            <pc:docMk/>
            <pc:sldMk cId="203599153" sldId="271"/>
            <ac:spMk id="2" creationId="{A2E6A3B5-292E-4774-BE4A-9A77F046D687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0:42.186" v="88" actId="14100"/>
          <ac:spMkLst>
            <pc:docMk/>
            <pc:sldMk cId="203599153" sldId="271"/>
            <ac:spMk id="3" creationId="{B8C3E8B2-2382-4664-8C11-4383BDC746DE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0:28.451" v="82" actId="14100"/>
          <ac:picMkLst>
            <pc:docMk/>
            <pc:sldMk cId="203599153" sldId="271"/>
            <ac:picMk id="4" creationId="{6C2A2228-4B9A-4CA8-8194-903A889AA6C0}"/>
          </ac:picMkLst>
        </pc:picChg>
        <pc:picChg chg="mod">
          <ac:chgData name="SIBILINA CEDILLO ROSALES" userId="S::sibilina.cedillors@uanl.edu.mx::9e59ad33-eabb-4e50-a90f-9a88506eb433" providerId="AD" clId="Web-{A6090975-8DF5-4233-90BB-16348C9D7897}" dt="2022-08-02T16:00:36.561" v="86" actId="14100"/>
          <ac:picMkLst>
            <pc:docMk/>
            <pc:sldMk cId="203599153" sldId="271"/>
            <ac:picMk id="5" creationId="{5B6D3529-AF48-4114-84D2-45080556430C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1:07.437" v="101"/>
        <pc:sldMkLst>
          <pc:docMk/>
          <pc:sldMk cId="1543320330" sldId="272"/>
        </pc:sldMkLst>
        <pc:spChg chg="mod">
          <ac:chgData name="SIBILINA CEDILLO ROSALES" userId="S::sibilina.cedillors@uanl.edu.mx::9e59ad33-eabb-4e50-a90f-9a88506eb433" providerId="AD" clId="Web-{A6090975-8DF5-4233-90BB-16348C9D7897}" dt="2022-08-02T16:01:07.437" v="101"/>
          <ac:spMkLst>
            <pc:docMk/>
            <pc:sldMk cId="1543320330" sldId="272"/>
            <ac:spMk id="6" creationId="{7EA030DC-FB85-4875-B8D3-EFF875B0948A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0:58.452" v="94" actId="14100"/>
          <ac:picMkLst>
            <pc:docMk/>
            <pc:sldMk cId="1543320330" sldId="272"/>
            <ac:picMk id="7" creationId="{CFC06C63-7435-4C51-BB22-D0D0E2F59685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1:27.969" v="109" actId="14100"/>
        <pc:sldMkLst>
          <pc:docMk/>
          <pc:sldMk cId="1925957064" sldId="273"/>
        </pc:sldMkLst>
        <pc:spChg chg="mod">
          <ac:chgData name="SIBILINA CEDILLO ROSALES" userId="S::sibilina.cedillors@uanl.edu.mx::9e59ad33-eabb-4e50-a90f-9a88506eb433" providerId="AD" clId="Web-{A6090975-8DF5-4233-90BB-16348C9D7897}" dt="2022-08-02T16:01:27.969" v="109" actId="14100"/>
          <ac:spMkLst>
            <pc:docMk/>
            <pc:sldMk cId="1925957064" sldId="273"/>
            <ac:spMk id="2" creationId="{5CE222C7-C4BB-431B-BBE9-4178C1AC5279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1:22.093" v="107"/>
          <ac:spMkLst>
            <pc:docMk/>
            <pc:sldMk cId="1925957064" sldId="273"/>
            <ac:spMk id="3" creationId="{7086955F-F555-48B4-B701-F9576E2B6968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1:16.093" v="103" actId="14100"/>
          <ac:picMkLst>
            <pc:docMk/>
            <pc:sldMk cId="1925957064" sldId="273"/>
            <ac:picMk id="4" creationId="{9FCA558E-71C1-4A2C-B0F0-66B62124E011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1:56.282" v="121"/>
        <pc:sldMkLst>
          <pc:docMk/>
          <pc:sldMk cId="3804540751" sldId="274"/>
        </pc:sldMkLst>
        <pc:spChg chg="mod">
          <ac:chgData name="SIBILINA CEDILLO ROSALES" userId="S::sibilina.cedillors@uanl.edu.mx::9e59ad33-eabb-4e50-a90f-9a88506eb433" providerId="AD" clId="Web-{A6090975-8DF5-4233-90BB-16348C9D7897}" dt="2022-08-02T16:01:42.844" v="113" actId="1076"/>
          <ac:spMkLst>
            <pc:docMk/>
            <pc:sldMk cId="3804540751" sldId="274"/>
            <ac:spMk id="2" creationId="{437B631D-D565-462D-B749-ECC731AE08FC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1:56.282" v="121"/>
          <ac:spMkLst>
            <pc:docMk/>
            <pc:sldMk cId="3804540751" sldId="274"/>
            <ac:spMk id="3" creationId="{0E86AC4A-BAE8-4800-9CA8-8FEFFDE39CE3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1:39.297" v="112" actId="14100"/>
          <ac:picMkLst>
            <pc:docMk/>
            <pc:sldMk cId="3804540751" sldId="274"/>
            <ac:picMk id="4" creationId="{AECAEDFF-9E83-4055-B2FB-B664A781B1DB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2:21.486" v="127" actId="14100"/>
        <pc:sldMkLst>
          <pc:docMk/>
          <pc:sldMk cId="1017706176" sldId="275"/>
        </pc:sldMkLst>
        <pc:spChg chg="mod">
          <ac:chgData name="SIBILINA CEDILLO ROSALES" userId="S::sibilina.cedillors@uanl.edu.mx::9e59ad33-eabb-4e50-a90f-9a88506eb433" providerId="AD" clId="Web-{A6090975-8DF5-4233-90BB-16348C9D7897}" dt="2022-08-02T16:02:21.486" v="127" actId="14100"/>
          <ac:spMkLst>
            <pc:docMk/>
            <pc:sldMk cId="1017706176" sldId="275"/>
            <ac:spMk id="2" creationId="{8BDDABE8-6BFF-4C34-96DC-CE8E18FE1AAC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2:15.329" v="125"/>
          <ac:spMkLst>
            <pc:docMk/>
            <pc:sldMk cId="1017706176" sldId="275"/>
            <ac:spMk id="3" creationId="{01DCCC30-943A-4FD1-A902-CBCBF4DF2CA0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2:09.735" v="123" actId="14100"/>
          <ac:picMkLst>
            <pc:docMk/>
            <pc:sldMk cId="1017706176" sldId="275"/>
            <ac:picMk id="4" creationId="{2C184A4B-CA88-42CA-BF35-608EE3B22D05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3:45.832" v="146" actId="1076"/>
        <pc:sldMkLst>
          <pc:docMk/>
          <pc:sldMk cId="974438698" sldId="276"/>
        </pc:sldMkLst>
        <pc:spChg chg="mod">
          <ac:chgData name="SIBILINA CEDILLO ROSALES" userId="S::sibilina.cedillors@uanl.edu.mx::9e59ad33-eabb-4e50-a90f-9a88506eb433" providerId="AD" clId="Web-{A6090975-8DF5-4233-90BB-16348C9D7897}" dt="2022-08-02T16:02:35.502" v="132"/>
          <ac:spMkLst>
            <pc:docMk/>
            <pc:sldMk cId="974438698" sldId="276"/>
            <ac:spMk id="3" creationId="{3799F4EE-931D-45A0-AFB0-9194DFCA9BCB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3:31.894" v="145" actId="1076"/>
          <ac:spMkLst>
            <pc:docMk/>
            <pc:sldMk cId="974438698" sldId="276"/>
            <ac:spMk id="5" creationId="{F860AEAB-5C9F-412B-9A5F-EB9AAD9ECEFE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2:48.424" v="135" actId="1076"/>
          <ac:spMkLst>
            <pc:docMk/>
            <pc:sldMk cId="974438698" sldId="276"/>
            <ac:spMk id="10" creationId="{39153C36-721C-41A1-939E-94723ABEE26A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3:45.832" v="146" actId="1076"/>
          <ac:picMkLst>
            <pc:docMk/>
            <pc:sldMk cId="974438698" sldId="276"/>
            <ac:picMk id="4" creationId="{67244C7C-C571-4B05-9598-BC8E3116C13A}"/>
          </ac:picMkLst>
        </pc:picChg>
        <pc:cxnChg chg="mod">
          <ac:chgData name="SIBILINA CEDILLO ROSALES" userId="S::sibilina.cedillors@uanl.edu.mx::9e59ad33-eabb-4e50-a90f-9a88506eb433" providerId="AD" clId="Web-{A6090975-8DF5-4233-90BB-16348C9D7897}" dt="2022-08-02T16:03:31.894" v="145" actId="1076"/>
          <ac:cxnSpMkLst>
            <pc:docMk/>
            <pc:sldMk cId="974438698" sldId="276"/>
            <ac:cxnSpMk id="6" creationId="{850D6053-1887-46DB-BF33-4652A0E8040A}"/>
          </ac:cxnSpMkLst>
        </pc:cxnChg>
        <pc:cxnChg chg="mod">
          <ac:chgData name="SIBILINA CEDILLO ROSALES" userId="S::sibilina.cedillors@uanl.edu.mx::9e59ad33-eabb-4e50-a90f-9a88506eb433" providerId="AD" clId="Web-{A6090975-8DF5-4233-90BB-16348C9D7897}" dt="2022-08-02T16:03:31.894" v="145" actId="1076"/>
          <ac:cxnSpMkLst>
            <pc:docMk/>
            <pc:sldMk cId="974438698" sldId="276"/>
            <ac:cxnSpMk id="7" creationId="{EF519A27-5F6D-453B-9238-05F521D3A838}"/>
          </ac:cxnSpMkLst>
        </pc:cxnChg>
        <pc:cxnChg chg="mod">
          <ac:chgData name="SIBILINA CEDILLO ROSALES" userId="S::sibilina.cedillors@uanl.edu.mx::9e59ad33-eabb-4e50-a90f-9a88506eb433" providerId="AD" clId="Web-{A6090975-8DF5-4233-90BB-16348C9D7897}" dt="2022-08-02T16:03:31.894" v="145" actId="1076"/>
          <ac:cxnSpMkLst>
            <pc:docMk/>
            <pc:sldMk cId="974438698" sldId="276"/>
            <ac:cxnSpMk id="8" creationId="{EF9043F1-42F8-4D8D-B1FD-20381AD3B3E1}"/>
          </ac:cxnSpMkLst>
        </pc:cxnChg>
        <pc:cxnChg chg="mod">
          <ac:chgData name="SIBILINA CEDILLO ROSALES" userId="S::sibilina.cedillors@uanl.edu.mx::9e59ad33-eabb-4e50-a90f-9a88506eb433" providerId="AD" clId="Web-{A6090975-8DF5-4233-90BB-16348C9D7897}" dt="2022-08-02T16:03:25.284" v="144" actId="1076"/>
          <ac:cxnSpMkLst>
            <pc:docMk/>
            <pc:sldMk cId="974438698" sldId="276"/>
            <ac:cxnSpMk id="9" creationId="{90940E71-712F-4EEA-BA84-FCCC631D4819}"/>
          </ac:cxnSpMkLst>
        </pc:cxnChg>
        <pc:cxnChg chg="mod">
          <ac:chgData name="SIBILINA CEDILLO ROSALES" userId="S::sibilina.cedillors@uanl.edu.mx::9e59ad33-eabb-4e50-a90f-9a88506eb433" providerId="AD" clId="Web-{A6090975-8DF5-4233-90BB-16348C9D7897}" dt="2022-08-02T16:03:00.487" v="138" actId="14100"/>
          <ac:cxnSpMkLst>
            <pc:docMk/>
            <pc:sldMk cId="974438698" sldId="276"/>
            <ac:cxnSpMk id="11" creationId="{13007927-FB89-40A1-8CB1-C0DCE947219D}"/>
          </ac:cxnSpMkLst>
        </pc:cxnChg>
        <pc:cxnChg chg="mod">
          <ac:chgData name="SIBILINA CEDILLO ROSALES" userId="S::sibilina.cedillors@uanl.edu.mx::9e59ad33-eabb-4e50-a90f-9a88506eb433" providerId="AD" clId="Web-{A6090975-8DF5-4233-90BB-16348C9D7897}" dt="2022-08-02T16:02:48.424" v="135" actId="1076"/>
          <ac:cxnSpMkLst>
            <pc:docMk/>
            <pc:sldMk cId="974438698" sldId="276"/>
            <ac:cxnSpMk id="12" creationId="{5392B8E9-67A5-4C77-B5D0-453D81E14575}"/>
          </ac:cxnSpMkLst>
        </pc:cxnChg>
        <pc:cxnChg chg="mod">
          <ac:chgData name="SIBILINA CEDILLO ROSALES" userId="S::sibilina.cedillors@uanl.edu.mx::9e59ad33-eabb-4e50-a90f-9a88506eb433" providerId="AD" clId="Web-{A6090975-8DF5-4233-90BB-16348C9D7897}" dt="2022-08-02T16:02:48.424" v="135" actId="1076"/>
          <ac:cxnSpMkLst>
            <pc:docMk/>
            <pc:sldMk cId="974438698" sldId="276"/>
            <ac:cxnSpMk id="13" creationId="{5B9CFA75-CBF6-4237-8AFC-F48CFAE0DA58}"/>
          </ac:cxnSpMkLst>
        </pc:cxnChg>
      </pc:sldChg>
      <pc:sldChg chg="modSp">
        <pc:chgData name="SIBILINA CEDILLO ROSALES" userId="S::sibilina.cedillors@uanl.edu.mx::9e59ad33-eabb-4e50-a90f-9a88506eb433" providerId="AD" clId="Web-{A6090975-8DF5-4233-90BB-16348C9D7897}" dt="2022-08-02T16:04:21.536" v="178"/>
        <pc:sldMkLst>
          <pc:docMk/>
          <pc:sldMk cId="3651580437" sldId="278"/>
        </pc:sldMkLst>
        <pc:spChg chg="mod">
          <ac:chgData name="SIBILINA CEDILLO ROSALES" userId="S::sibilina.cedillors@uanl.edu.mx::9e59ad33-eabb-4e50-a90f-9a88506eb433" providerId="AD" clId="Web-{A6090975-8DF5-4233-90BB-16348C9D7897}" dt="2022-08-02T16:04:00.160" v="147" actId="1076"/>
          <ac:spMkLst>
            <pc:docMk/>
            <pc:sldMk cId="3651580437" sldId="278"/>
            <ac:spMk id="2" creationId="{7142B64A-8A18-4D7A-A275-CCF1D0AE7B37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03.317" v="148" actId="1076"/>
          <ac:spMkLst>
            <pc:docMk/>
            <pc:sldMk cId="3651580437" sldId="278"/>
            <ac:spMk id="3" creationId="{ECDC945B-ACFE-407F-985B-E3F4D2259436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302" v="164"/>
          <ac:spMkLst>
            <pc:docMk/>
            <pc:sldMk cId="3651580437" sldId="278"/>
            <ac:spMk id="4" creationId="{D3A0A950-F08C-4B53-A86D-35900157936C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317" v="165"/>
          <ac:spMkLst>
            <pc:docMk/>
            <pc:sldMk cId="3651580437" sldId="278"/>
            <ac:spMk id="5" creationId="{71BA93EE-F16A-46EE-ADB5-531BC3A4D7A9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364" v="166"/>
          <ac:spMkLst>
            <pc:docMk/>
            <pc:sldMk cId="3651580437" sldId="278"/>
            <ac:spMk id="6" creationId="{759B131E-2A9B-4AFD-AD75-AF2EAA000978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380" v="167"/>
          <ac:spMkLst>
            <pc:docMk/>
            <pc:sldMk cId="3651580437" sldId="278"/>
            <ac:spMk id="7" creationId="{E60E09D0-D881-49FE-BEE8-10817971C800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411" v="168"/>
          <ac:spMkLst>
            <pc:docMk/>
            <pc:sldMk cId="3651580437" sldId="278"/>
            <ac:spMk id="8" creationId="{10D8C637-BC7B-45A9-BFDC-B7808AD5D629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427" v="169"/>
          <ac:spMkLst>
            <pc:docMk/>
            <pc:sldMk cId="3651580437" sldId="278"/>
            <ac:spMk id="9" creationId="{CF2F1345-BFBD-4C2C-9841-C71FC7E3AEF5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442" v="170"/>
          <ac:spMkLst>
            <pc:docMk/>
            <pc:sldMk cId="3651580437" sldId="278"/>
            <ac:spMk id="10" creationId="{70A9D110-3DEE-4954-A5B5-47BB9D21E8D0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458" v="171"/>
          <ac:spMkLst>
            <pc:docMk/>
            <pc:sldMk cId="3651580437" sldId="278"/>
            <ac:spMk id="11" creationId="{F82EA7AA-10A9-4D62-9F4A-999E9E8777BA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458" v="172"/>
          <ac:spMkLst>
            <pc:docMk/>
            <pc:sldMk cId="3651580437" sldId="278"/>
            <ac:spMk id="12" creationId="{147AD9FB-5FC4-407D-B55C-73F79C9A2CA3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474" v="173"/>
          <ac:spMkLst>
            <pc:docMk/>
            <pc:sldMk cId="3651580437" sldId="278"/>
            <ac:spMk id="13" creationId="{2461E479-4234-4513-AFAC-4AC8713D0E5C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489" v="174"/>
          <ac:spMkLst>
            <pc:docMk/>
            <pc:sldMk cId="3651580437" sldId="278"/>
            <ac:spMk id="14" creationId="{3281D50E-EF6F-449F-9081-9DAB487D7208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489" v="175"/>
          <ac:spMkLst>
            <pc:docMk/>
            <pc:sldMk cId="3651580437" sldId="278"/>
            <ac:spMk id="15" creationId="{BE5F3B7B-F83A-4D00-B486-0C3664BA0840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505" v="176"/>
          <ac:spMkLst>
            <pc:docMk/>
            <pc:sldMk cId="3651580437" sldId="278"/>
            <ac:spMk id="16" creationId="{BAAF1633-7CB6-481B-8628-B74E98C77626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520" v="177"/>
          <ac:spMkLst>
            <pc:docMk/>
            <pc:sldMk cId="3651580437" sldId="278"/>
            <ac:spMk id="17" creationId="{7704F2CF-909C-4F5D-B690-82693C5B5689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21.536" v="178"/>
          <ac:spMkLst>
            <pc:docMk/>
            <pc:sldMk cId="3651580437" sldId="278"/>
            <ac:spMk id="18" creationId="{385E719C-B86A-453A-B461-CBB6ABF01E29}"/>
          </ac:spMkLst>
        </pc:spChg>
      </pc:sldChg>
      <pc:sldChg chg="modSp">
        <pc:chgData name="SIBILINA CEDILLO ROSALES" userId="S::sibilina.cedillors@uanl.edu.mx::9e59ad33-eabb-4e50-a90f-9a88506eb433" providerId="AD" clId="Web-{A6090975-8DF5-4233-90BB-16348C9D7897}" dt="2022-08-02T16:05:06.475" v="191" actId="14100"/>
        <pc:sldMkLst>
          <pc:docMk/>
          <pc:sldMk cId="1900719173" sldId="279"/>
        </pc:sldMkLst>
        <pc:spChg chg="mod">
          <ac:chgData name="SIBILINA CEDILLO ROSALES" userId="S::sibilina.cedillors@uanl.edu.mx::9e59ad33-eabb-4e50-a90f-9a88506eb433" providerId="AD" clId="Web-{A6090975-8DF5-4233-90BB-16348C9D7897}" dt="2022-08-02T16:04:54.803" v="187" actId="1076"/>
          <ac:spMkLst>
            <pc:docMk/>
            <pc:sldMk cId="1900719173" sldId="279"/>
            <ac:spMk id="3" creationId="{7DF0936E-7DE5-4C02-A8DB-B7E45420DDDF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4:50.756" v="186"/>
          <ac:spMkLst>
            <pc:docMk/>
            <pc:sldMk cId="1900719173" sldId="279"/>
            <ac:spMk id="4" creationId="{D15445E2-81AC-4CD4-8CD8-BBFACE7488AA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5:06.444" v="190" actId="14100"/>
          <ac:picMkLst>
            <pc:docMk/>
            <pc:sldMk cId="1900719173" sldId="279"/>
            <ac:picMk id="2" creationId="{A3FAF379-002E-45F6-B483-85D9B4B9D307}"/>
          </ac:picMkLst>
        </pc:picChg>
        <pc:picChg chg="mod">
          <ac:chgData name="SIBILINA CEDILLO ROSALES" userId="S::sibilina.cedillors@uanl.edu.mx::9e59ad33-eabb-4e50-a90f-9a88506eb433" providerId="AD" clId="Web-{A6090975-8DF5-4233-90BB-16348C9D7897}" dt="2022-08-02T16:05:06.475" v="191" actId="14100"/>
          <ac:picMkLst>
            <pc:docMk/>
            <pc:sldMk cId="1900719173" sldId="279"/>
            <ac:picMk id="5" creationId="{E8CB1AF9-8B33-4C9E-9BB4-84DE829EB97A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5:30.647" v="196" actId="14100"/>
        <pc:sldMkLst>
          <pc:docMk/>
          <pc:sldMk cId="2142349947" sldId="282"/>
        </pc:sldMkLst>
        <pc:spChg chg="mod">
          <ac:chgData name="SIBILINA CEDILLO ROSALES" userId="S::sibilina.cedillors@uanl.edu.mx::9e59ad33-eabb-4e50-a90f-9a88506eb433" providerId="AD" clId="Web-{A6090975-8DF5-4233-90BB-16348C9D7897}" dt="2022-08-02T16:05:24.303" v="193" actId="1076"/>
          <ac:spMkLst>
            <pc:docMk/>
            <pc:sldMk cId="2142349947" sldId="282"/>
            <ac:spMk id="2" creationId="{11947214-BDEE-470D-9A08-BD692C80D6E2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5:30.647" v="196" actId="14100"/>
          <ac:picMkLst>
            <pc:docMk/>
            <pc:sldMk cId="2142349947" sldId="282"/>
            <ac:picMk id="3" creationId="{3E66382A-3546-43C0-A7B4-CBCA27921C3F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6:25.540" v="214" actId="14100"/>
        <pc:sldMkLst>
          <pc:docMk/>
          <pc:sldMk cId="2873952067" sldId="283"/>
        </pc:sldMkLst>
        <pc:spChg chg="mod">
          <ac:chgData name="SIBILINA CEDILLO ROSALES" userId="S::sibilina.cedillors@uanl.edu.mx::9e59ad33-eabb-4e50-a90f-9a88506eb433" providerId="AD" clId="Web-{A6090975-8DF5-4233-90BB-16348C9D7897}" dt="2022-08-02T16:05:52.492" v="202" actId="1076"/>
          <ac:spMkLst>
            <pc:docMk/>
            <pc:sldMk cId="2873952067" sldId="283"/>
            <ac:spMk id="2" creationId="{80CC6F5A-E4B1-421A-9B39-FAAB2E87A9F6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5:57.039" v="204" actId="14100"/>
          <ac:spMkLst>
            <pc:docMk/>
            <pc:sldMk cId="2873952067" sldId="283"/>
            <ac:spMk id="4" creationId="{623C944C-7D23-40D2-8015-F306EAD0ABD3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6:18.727" v="211" actId="14100"/>
          <ac:picMkLst>
            <pc:docMk/>
            <pc:sldMk cId="2873952067" sldId="283"/>
            <ac:picMk id="3" creationId="{AE98B863-C39E-444F-96D5-DDE2DB38E8DC}"/>
          </ac:picMkLst>
        </pc:picChg>
        <pc:picChg chg="mod">
          <ac:chgData name="SIBILINA CEDILLO ROSALES" userId="S::sibilina.cedillors@uanl.edu.mx::9e59ad33-eabb-4e50-a90f-9a88506eb433" providerId="AD" clId="Web-{A6090975-8DF5-4233-90BB-16348C9D7897}" dt="2022-08-02T16:06:25.540" v="214" actId="14100"/>
          <ac:picMkLst>
            <pc:docMk/>
            <pc:sldMk cId="2873952067" sldId="283"/>
            <ac:picMk id="5" creationId="{28D7DD4E-BCAB-4E8A-9E91-074B4AA572D3}"/>
          </ac:picMkLst>
        </pc:picChg>
        <pc:picChg chg="mod">
          <ac:chgData name="SIBILINA CEDILLO ROSALES" userId="S::sibilina.cedillors@uanl.edu.mx::9e59ad33-eabb-4e50-a90f-9a88506eb433" providerId="AD" clId="Web-{A6090975-8DF5-4233-90BB-16348C9D7897}" dt="2022-08-02T16:06:02.258" v="207" actId="1076"/>
          <ac:picMkLst>
            <pc:docMk/>
            <pc:sldMk cId="2873952067" sldId="283"/>
            <ac:picMk id="6" creationId="{0B8E96B3-26AE-428E-8D2E-78AF398F36A2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6:41.462" v="219" actId="14100"/>
        <pc:sldMkLst>
          <pc:docMk/>
          <pc:sldMk cId="2473967329" sldId="284"/>
        </pc:sldMkLst>
        <pc:spChg chg="mod">
          <ac:chgData name="SIBILINA CEDILLO ROSALES" userId="S::sibilina.cedillors@uanl.edu.mx::9e59ad33-eabb-4e50-a90f-9a88506eb433" providerId="AD" clId="Web-{A6090975-8DF5-4233-90BB-16348C9D7897}" dt="2022-08-02T16:06:39.024" v="218" actId="1076"/>
          <ac:spMkLst>
            <pc:docMk/>
            <pc:sldMk cId="2473967329" sldId="284"/>
            <ac:spMk id="2" creationId="{961B0F5A-186D-4564-ABD1-254A0A13150B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6:41.462" v="219" actId="14100"/>
          <ac:picMkLst>
            <pc:docMk/>
            <pc:sldMk cId="2473967329" sldId="284"/>
            <ac:picMk id="3" creationId="{98188688-1488-44EA-BFF6-6A5662436FF9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7:14.682" v="230" actId="14100"/>
        <pc:sldMkLst>
          <pc:docMk/>
          <pc:sldMk cId="3631188294" sldId="285"/>
        </pc:sldMkLst>
        <pc:spChg chg="mod">
          <ac:chgData name="SIBILINA CEDILLO ROSALES" userId="S::sibilina.cedillors@uanl.edu.mx::9e59ad33-eabb-4e50-a90f-9a88506eb433" providerId="AD" clId="Web-{A6090975-8DF5-4233-90BB-16348C9D7897}" dt="2022-08-02T16:06:52.759" v="223"/>
          <ac:spMkLst>
            <pc:docMk/>
            <pc:sldMk cId="3631188294" sldId="285"/>
            <ac:spMk id="2" creationId="{0CB6B429-AA0B-4FA5-ACCC-920D6397873D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6:58.306" v="224" actId="1076"/>
          <ac:spMkLst>
            <pc:docMk/>
            <pc:sldMk cId="3631188294" sldId="285"/>
            <ac:spMk id="3" creationId="{6C0A3575-C07B-4C9E-908C-5F8C7EFD1DAD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7:08.385" v="227" actId="14100"/>
          <ac:picMkLst>
            <pc:docMk/>
            <pc:sldMk cId="3631188294" sldId="285"/>
            <ac:picMk id="4" creationId="{AB8848A6-F314-4666-9F80-F7EBA4B70C3A}"/>
          </ac:picMkLst>
        </pc:picChg>
        <pc:picChg chg="mod">
          <ac:chgData name="SIBILINA CEDILLO ROSALES" userId="S::sibilina.cedillors@uanl.edu.mx::9e59ad33-eabb-4e50-a90f-9a88506eb433" providerId="AD" clId="Web-{A6090975-8DF5-4233-90BB-16348C9D7897}" dt="2022-08-02T16:07:05.181" v="226" actId="14100"/>
          <ac:picMkLst>
            <pc:docMk/>
            <pc:sldMk cId="3631188294" sldId="285"/>
            <ac:picMk id="5" creationId="{FD8542E8-765F-4B25-A727-73F8428465B2}"/>
          </ac:picMkLst>
        </pc:picChg>
        <pc:picChg chg="mod">
          <ac:chgData name="SIBILINA CEDILLO ROSALES" userId="S::sibilina.cedillors@uanl.edu.mx::9e59ad33-eabb-4e50-a90f-9a88506eb433" providerId="AD" clId="Web-{A6090975-8DF5-4233-90BB-16348C9D7897}" dt="2022-08-02T16:07:14.682" v="230" actId="14100"/>
          <ac:picMkLst>
            <pc:docMk/>
            <pc:sldMk cId="3631188294" sldId="285"/>
            <ac:picMk id="6" creationId="{93C08DB4-8703-4EB3-BE3E-E77BF9BB75DA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7:23.322" v="233"/>
        <pc:sldMkLst>
          <pc:docMk/>
          <pc:sldMk cId="258493874" sldId="286"/>
        </pc:sldMkLst>
        <pc:spChg chg="mod">
          <ac:chgData name="SIBILINA CEDILLO ROSALES" userId="S::sibilina.cedillors@uanl.edu.mx::9e59ad33-eabb-4e50-a90f-9a88506eb433" providerId="AD" clId="Web-{A6090975-8DF5-4233-90BB-16348C9D7897}" dt="2022-08-02T16:07:23.322" v="233"/>
          <ac:spMkLst>
            <pc:docMk/>
            <pc:sldMk cId="258493874" sldId="286"/>
            <ac:spMk id="4" creationId="{F6A3AFBD-172F-452D-8990-90649009CBB2}"/>
          </ac:spMkLst>
        </pc:spChg>
      </pc:sldChg>
      <pc:sldChg chg="modSp">
        <pc:chgData name="SIBILINA CEDILLO ROSALES" userId="S::sibilina.cedillors@uanl.edu.mx::9e59ad33-eabb-4e50-a90f-9a88506eb433" providerId="AD" clId="Web-{A6090975-8DF5-4233-90BB-16348C9D7897}" dt="2022-08-02T16:08:02.042" v="246" actId="1076"/>
        <pc:sldMkLst>
          <pc:docMk/>
          <pc:sldMk cId="1611354348" sldId="287"/>
        </pc:sldMkLst>
        <pc:spChg chg="mod">
          <ac:chgData name="SIBILINA CEDILLO ROSALES" userId="S::sibilina.cedillors@uanl.edu.mx::9e59ad33-eabb-4e50-a90f-9a88506eb433" providerId="AD" clId="Web-{A6090975-8DF5-4233-90BB-16348C9D7897}" dt="2022-08-02T16:07:39.823" v="236" actId="14100"/>
          <ac:spMkLst>
            <pc:docMk/>
            <pc:sldMk cId="1611354348" sldId="287"/>
            <ac:spMk id="2" creationId="{5FD91649-BB21-49BD-91F0-6357C1B2F126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7:43.057" v="237" actId="1076"/>
          <ac:spMkLst>
            <pc:docMk/>
            <pc:sldMk cId="1611354348" sldId="287"/>
            <ac:spMk id="3" creationId="{C1175FE0-E7DA-4D49-9706-46D8FE7EA473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7:58.652" v="245"/>
          <ac:spMkLst>
            <pc:docMk/>
            <pc:sldMk cId="1611354348" sldId="287"/>
            <ac:spMk id="5" creationId="{C0DDA3EA-F274-46AD-AE06-8EC284F2B034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8:02.042" v="246" actId="1076"/>
          <ac:picMkLst>
            <pc:docMk/>
            <pc:sldMk cId="1611354348" sldId="287"/>
            <ac:picMk id="4" creationId="{8A941FE7-68EE-4F5D-897A-48C0CA2BA384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8:17.637" v="248" actId="14100"/>
        <pc:sldMkLst>
          <pc:docMk/>
          <pc:sldMk cId="3623145993" sldId="288"/>
        </pc:sldMkLst>
        <pc:picChg chg="mod">
          <ac:chgData name="SIBILINA CEDILLO ROSALES" userId="S::sibilina.cedillors@uanl.edu.mx::9e59ad33-eabb-4e50-a90f-9a88506eb433" providerId="AD" clId="Web-{A6090975-8DF5-4233-90BB-16348C9D7897}" dt="2022-08-02T16:08:17.637" v="248" actId="14100"/>
          <ac:picMkLst>
            <pc:docMk/>
            <pc:sldMk cId="3623145993" sldId="288"/>
            <ac:picMk id="2" creationId="{0D5F1BE3-12A2-440C-92D1-084819D6C98F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8:42.231" v="256" actId="14100"/>
        <pc:sldMkLst>
          <pc:docMk/>
          <pc:sldMk cId="1256899215" sldId="289"/>
        </pc:sldMkLst>
        <pc:spChg chg="mod">
          <ac:chgData name="SIBILINA CEDILLO ROSALES" userId="S::sibilina.cedillors@uanl.edu.mx::9e59ad33-eabb-4e50-a90f-9a88506eb433" providerId="AD" clId="Web-{A6090975-8DF5-4233-90BB-16348C9D7897}" dt="2022-08-02T16:08:42.231" v="256" actId="14100"/>
          <ac:spMkLst>
            <pc:docMk/>
            <pc:sldMk cId="1256899215" sldId="289"/>
            <ac:spMk id="2" creationId="{70CB18CC-974B-447C-B4AA-A2611CFC1184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8:37.621" v="255"/>
          <ac:spMkLst>
            <pc:docMk/>
            <pc:sldMk cId="1256899215" sldId="289"/>
            <ac:spMk id="3" creationId="{70C50C05-62DB-4850-BA31-BD67C7CC66A5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8:21.777" v="249" actId="1076"/>
          <ac:picMkLst>
            <pc:docMk/>
            <pc:sldMk cId="1256899215" sldId="289"/>
            <ac:picMk id="4" creationId="{376DE9A7-CD1D-4784-BA28-1A6BD14B52B3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09:21.154" v="270"/>
        <pc:sldMkLst>
          <pc:docMk/>
          <pc:sldMk cId="4166425504" sldId="290"/>
        </pc:sldMkLst>
        <pc:spChg chg="mod">
          <ac:chgData name="SIBILINA CEDILLO ROSALES" userId="S::sibilina.cedillors@uanl.edu.mx::9e59ad33-eabb-4e50-a90f-9a88506eb433" providerId="AD" clId="Web-{A6090975-8DF5-4233-90BB-16348C9D7897}" dt="2022-08-02T16:08:48.028" v="257" actId="1076"/>
          <ac:spMkLst>
            <pc:docMk/>
            <pc:sldMk cId="4166425504" sldId="290"/>
            <ac:spMk id="2" creationId="{244648F6-28A6-42DC-850C-CAAA3C5E3729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9:21.154" v="270"/>
          <ac:spMkLst>
            <pc:docMk/>
            <pc:sldMk cId="4166425504" sldId="290"/>
            <ac:spMk id="3" creationId="{03DD0C7C-2FFA-4094-BDA4-9D16984792C6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08:52.700" v="258" actId="1076"/>
          <ac:spMkLst>
            <pc:docMk/>
            <pc:sldMk cId="4166425504" sldId="290"/>
            <ac:spMk id="6" creationId="{2756BBDF-67BB-4943-B1DF-1D8DDA4F33A6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9:13.232" v="267" actId="1076"/>
          <ac:picMkLst>
            <pc:docMk/>
            <pc:sldMk cId="4166425504" sldId="290"/>
            <ac:picMk id="4" creationId="{26410DCF-E153-43E9-B22F-50451BFB4B51}"/>
          </ac:picMkLst>
        </pc:picChg>
        <pc:picChg chg="mod">
          <ac:chgData name="SIBILINA CEDILLO ROSALES" userId="S::sibilina.cedillors@uanl.edu.mx::9e59ad33-eabb-4e50-a90f-9a88506eb433" providerId="AD" clId="Web-{A6090975-8DF5-4233-90BB-16348C9D7897}" dt="2022-08-02T16:09:10.888" v="266" actId="1076"/>
          <ac:picMkLst>
            <pc:docMk/>
            <pc:sldMk cId="4166425504" sldId="290"/>
            <ac:picMk id="5" creationId="{81F8FE51-363E-4612-BCCC-B304F2CB858E}"/>
          </ac:picMkLst>
        </pc:picChg>
        <pc:picChg chg="mod">
          <ac:chgData name="SIBILINA CEDILLO ROSALES" userId="S::sibilina.cedillors@uanl.edu.mx::9e59ad33-eabb-4e50-a90f-9a88506eb433" providerId="AD" clId="Web-{A6090975-8DF5-4233-90BB-16348C9D7897}" dt="2022-08-02T16:09:14.966" v="268" actId="1076"/>
          <ac:picMkLst>
            <pc:docMk/>
            <pc:sldMk cId="4166425504" sldId="290"/>
            <ac:picMk id="7" creationId="{5AEEE983-83BE-4535-8286-91590C9F00AD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10:27.593" v="289" actId="14100"/>
        <pc:sldMkLst>
          <pc:docMk/>
          <pc:sldMk cId="1475122983" sldId="291"/>
        </pc:sldMkLst>
        <pc:spChg chg="mod">
          <ac:chgData name="SIBILINA CEDILLO ROSALES" userId="S::sibilina.cedillors@uanl.edu.mx::9e59ad33-eabb-4e50-a90f-9a88506eb433" providerId="AD" clId="Web-{A6090975-8DF5-4233-90BB-16348C9D7897}" dt="2022-08-02T16:09:29.404" v="271" actId="1076"/>
          <ac:spMkLst>
            <pc:docMk/>
            <pc:sldMk cId="1475122983" sldId="291"/>
            <ac:spMk id="8" creationId="{CD286A87-BD8E-4B2A-8296-45C3547D07AB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10:16.577" v="286" actId="1076"/>
          <ac:spMkLst>
            <pc:docMk/>
            <pc:sldMk cId="1475122983" sldId="291"/>
            <ac:spMk id="9" creationId="{C9C8B242-D66E-460D-BB36-8D470EFC0FCE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10:22.562" v="287" actId="1076"/>
          <ac:spMkLst>
            <pc:docMk/>
            <pc:sldMk cId="1475122983" sldId="291"/>
            <ac:spMk id="10" creationId="{FEDD76B5-B376-4616-A4CB-DFDDB1A1EB64}"/>
          </ac:spMkLst>
        </pc:spChg>
        <pc:spChg chg="mod">
          <ac:chgData name="SIBILINA CEDILLO ROSALES" userId="S::sibilina.cedillors@uanl.edu.mx::9e59ad33-eabb-4e50-a90f-9a88506eb433" providerId="AD" clId="Web-{A6090975-8DF5-4233-90BB-16348C9D7897}" dt="2022-08-02T16:10:27.593" v="289" actId="14100"/>
          <ac:spMkLst>
            <pc:docMk/>
            <pc:sldMk cId="1475122983" sldId="291"/>
            <ac:spMk id="12" creationId="{6D232D48-B4AF-4DC5-987B-CA9F4E37737D}"/>
          </ac:spMkLst>
        </pc:spChg>
        <pc:picChg chg="mod">
          <ac:chgData name="SIBILINA CEDILLO ROSALES" userId="S::sibilina.cedillors@uanl.edu.mx::9e59ad33-eabb-4e50-a90f-9a88506eb433" providerId="AD" clId="Web-{A6090975-8DF5-4233-90BB-16348C9D7897}" dt="2022-08-02T16:09:36.139" v="274" actId="1076"/>
          <ac:picMkLst>
            <pc:docMk/>
            <pc:sldMk cId="1475122983" sldId="291"/>
            <ac:picMk id="11" creationId="{9E404237-F58A-45D2-B2A7-780452F968D6}"/>
          </ac:picMkLst>
        </pc:picChg>
      </pc:sldChg>
      <pc:sldChg chg="modSp">
        <pc:chgData name="SIBILINA CEDILLO ROSALES" userId="S::sibilina.cedillors@uanl.edu.mx::9e59ad33-eabb-4e50-a90f-9a88506eb433" providerId="AD" clId="Web-{A6090975-8DF5-4233-90BB-16348C9D7897}" dt="2022-08-02T16:10:47.297" v="292" actId="1076"/>
        <pc:sldMkLst>
          <pc:docMk/>
          <pc:sldMk cId="840865147" sldId="295"/>
        </pc:sldMkLst>
        <pc:picChg chg="mod">
          <ac:chgData name="SIBILINA CEDILLO ROSALES" userId="S::sibilina.cedillors@uanl.edu.mx::9e59ad33-eabb-4e50-a90f-9a88506eb433" providerId="AD" clId="Web-{A6090975-8DF5-4233-90BB-16348C9D7897}" dt="2022-08-02T16:10:47.297" v="292" actId="1076"/>
          <ac:picMkLst>
            <pc:docMk/>
            <pc:sldMk cId="840865147" sldId="295"/>
            <ac:picMk id="3" creationId="{39ECDB39-5EC4-4610-8295-CF97D875963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EC1129-4A8F-4183-B775-84882B2672BB}" type="doc">
      <dgm:prSet loTypeId="urn:microsoft.com/office/officeart/2008/layout/LinedLis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1F3076-D5C5-4FEC-AD06-CDDA0A24DF56}">
      <dgm:prSet custT="1"/>
      <dgm:spPr>
        <a:xfrm>
          <a:off x="0" y="0"/>
          <a:ext cx="7924800" cy="49033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CONTENIDO DE ESTE CAPÍTULO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08E20753-E100-428F-AA12-98BFEDCD1543}" type="parTrans" cxnId="{E9204062-9FE0-4B46-92A9-FBB71252D97E}">
      <dgm:prSet/>
      <dgm:spPr/>
      <dgm:t>
        <a:bodyPr/>
        <a:lstStyle/>
        <a:p>
          <a:endParaRPr lang="en-US" sz="1600"/>
        </a:p>
      </dgm:t>
    </dgm:pt>
    <dgm:pt modelId="{90D208A4-3529-4E57-BA3A-6C13AE85AD40}" type="sibTrans" cxnId="{E9204062-9FE0-4B46-92A9-FBB71252D97E}">
      <dgm:prSet/>
      <dgm:spPr/>
      <dgm:t>
        <a:bodyPr/>
        <a:lstStyle/>
        <a:p>
          <a:endParaRPr lang="en-US" sz="1600"/>
        </a:p>
      </dgm:t>
    </dgm:pt>
    <dgm:pt modelId="{E11AA97E-A99C-4C13-9ACB-F26D3D0C5F2B}">
      <dgm:prSet custT="1"/>
      <dgm:spPr>
        <a:xfrm>
          <a:off x="0" y="490339"/>
          <a:ext cx="7924800" cy="49033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1. GENERALIDADES DE GENES Y PROTEÍNAS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33A333F0-0DEF-447A-B35B-116DEBF40572}" type="parTrans" cxnId="{8D31B1C4-CB44-49F7-9240-BBC8C144B0F6}">
      <dgm:prSet/>
      <dgm:spPr/>
      <dgm:t>
        <a:bodyPr/>
        <a:lstStyle/>
        <a:p>
          <a:endParaRPr lang="en-US" sz="1600"/>
        </a:p>
      </dgm:t>
    </dgm:pt>
    <dgm:pt modelId="{90216543-1C3E-4347-ACAB-8FE7F551F61B}" type="sibTrans" cxnId="{8D31B1C4-CB44-49F7-9240-BBC8C144B0F6}">
      <dgm:prSet/>
      <dgm:spPr/>
      <dgm:t>
        <a:bodyPr/>
        <a:lstStyle/>
        <a:p>
          <a:endParaRPr lang="en-US" sz="1600"/>
        </a:p>
      </dgm:t>
    </dgm:pt>
    <dgm:pt modelId="{AEDE49BC-4970-4965-AC45-8C86015F2CB7}">
      <dgm:prSet custT="1"/>
      <dgm:spPr>
        <a:xfrm>
          <a:off x="0" y="1471018"/>
          <a:ext cx="7924800" cy="49033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2. PROCESAMIENTO DEL ARN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FD531746-C74D-4B2D-A1C6-2EDAD835A6F4}" type="parTrans" cxnId="{DF067C74-AFEE-43A7-BB55-280B056C3D2A}">
      <dgm:prSet/>
      <dgm:spPr/>
      <dgm:t>
        <a:bodyPr/>
        <a:lstStyle/>
        <a:p>
          <a:endParaRPr lang="en-US" sz="1600"/>
        </a:p>
      </dgm:t>
    </dgm:pt>
    <dgm:pt modelId="{FEDFBCA9-4552-4ECA-9CB1-44F75054978B}" type="sibTrans" cxnId="{DF067C74-AFEE-43A7-BB55-280B056C3D2A}">
      <dgm:prSet/>
      <dgm:spPr/>
      <dgm:t>
        <a:bodyPr/>
        <a:lstStyle/>
        <a:p>
          <a:endParaRPr lang="en-US" sz="1600"/>
        </a:p>
      </dgm:t>
    </dgm:pt>
    <dgm:pt modelId="{EA7EAC08-1557-4885-B0F3-B322E1B1B19A}">
      <dgm:prSet custT="1"/>
      <dgm:spPr>
        <a:xfrm>
          <a:off x="0" y="2942036"/>
          <a:ext cx="7924800" cy="49033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COMPETENCIAS ESPECÍFICAS.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84A406F5-43C2-41E8-B3EB-67D750E9E615}" type="parTrans" cxnId="{30A4C942-B81B-4211-BC49-15BBBB5A26B2}">
      <dgm:prSet/>
      <dgm:spPr/>
      <dgm:t>
        <a:bodyPr/>
        <a:lstStyle/>
        <a:p>
          <a:endParaRPr lang="en-US" sz="1600"/>
        </a:p>
      </dgm:t>
    </dgm:pt>
    <dgm:pt modelId="{1AEE70BE-8B68-4B88-A91C-4E4B6E89189C}" type="sibTrans" cxnId="{30A4C942-B81B-4211-BC49-15BBBB5A26B2}">
      <dgm:prSet/>
      <dgm:spPr/>
      <dgm:t>
        <a:bodyPr/>
        <a:lstStyle/>
        <a:p>
          <a:endParaRPr lang="en-US" sz="1600"/>
        </a:p>
      </dgm:t>
    </dgm:pt>
    <dgm:pt modelId="{DEA2DB98-5929-4A87-A86F-7242D33D9E77}">
      <dgm:prSet custT="1"/>
      <dgm:spPr>
        <a:xfrm>
          <a:off x="0" y="3432375"/>
          <a:ext cx="7924800" cy="49033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i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Comprender los procesos de transcripción, maduración y traducción del ARN, así como la identificación e importancia de las proteínas en los sistemas vivientes.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F331A698-6C8D-4DD8-AA9A-2F9195416ECE}" type="parTrans" cxnId="{AFA88AAB-6FF7-4A6E-A4C8-3B72143196F9}">
      <dgm:prSet/>
      <dgm:spPr/>
      <dgm:t>
        <a:bodyPr/>
        <a:lstStyle/>
        <a:p>
          <a:endParaRPr lang="en-US" sz="1600"/>
        </a:p>
      </dgm:t>
    </dgm:pt>
    <dgm:pt modelId="{3DFA5215-FBCC-438B-A3EB-A080F2E4B409}" type="sibTrans" cxnId="{AFA88AAB-6FF7-4A6E-A4C8-3B72143196F9}">
      <dgm:prSet/>
      <dgm:spPr/>
      <dgm:t>
        <a:bodyPr/>
        <a:lstStyle/>
        <a:p>
          <a:endParaRPr lang="en-US" sz="1600"/>
        </a:p>
      </dgm:t>
    </dgm:pt>
    <dgm:pt modelId="{A9A58F34-4217-4AB3-97C6-560C68483B9A}">
      <dgm:prSet custT="1"/>
      <dgm:spPr>
        <a:xfrm>
          <a:off x="0" y="980678"/>
          <a:ext cx="7924800" cy="49033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2. TRASCRIPCIÓN 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51EBCEE3-DD90-4441-AD0B-95527B1DF2B3}" type="parTrans" cxnId="{6A75D692-7AA8-4DEB-9991-410130394EF7}">
      <dgm:prSet/>
      <dgm:spPr/>
      <dgm:t>
        <a:bodyPr/>
        <a:lstStyle/>
        <a:p>
          <a:endParaRPr lang="es-MX"/>
        </a:p>
      </dgm:t>
    </dgm:pt>
    <dgm:pt modelId="{5CE2D674-A300-45CC-B8ED-A15767F92914}" type="sibTrans" cxnId="{6A75D692-7AA8-4DEB-9991-410130394EF7}">
      <dgm:prSet/>
      <dgm:spPr/>
      <dgm:t>
        <a:bodyPr/>
        <a:lstStyle/>
        <a:p>
          <a:endParaRPr lang="es-MX"/>
        </a:p>
      </dgm:t>
    </dgm:pt>
    <dgm:pt modelId="{A391A61F-AB44-4D02-B26A-EFB2CBA2A821}">
      <dgm:prSet custT="1"/>
      <dgm:spPr>
        <a:xfrm>
          <a:off x="0" y="1961357"/>
          <a:ext cx="7924800" cy="49033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3. TRADUCCIÓN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4D7A078E-6F2E-41CC-9F24-A130B374E52D}" type="parTrans" cxnId="{86F835C8-9124-4BFE-B099-89585AC72883}">
      <dgm:prSet/>
      <dgm:spPr/>
      <dgm:t>
        <a:bodyPr/>
        <a:lstStyle/>
        <a:p>
          <a:endParaRPr lang="es-MX"/>
        </a:p>
      </dgm:t>
    </dgm:pt>
    <dgm:pt modelId="{26AB2347-7A9A-4877-ACD2-49B523ED901D}" type="sibTrans" cxnId="{86F835C8-9124-4BFE-B099-89585AC72883}">
      <dgm:prSet/>
      <dgm:spPr/>
      <dgm:t>
        <a:bodyPr/>
        <a:lstStyle/>
        <a:p>
          <a:endParaRPr lang="es-MX"/>
        </a:p>
      </dgm:t>
    </dgm:pt>
    <dgm:pt modelId="{E1814CB0-4B24-4949-A563-A3F30470926B}">
      <dgm:prSet custT="1"/>
      <dgm:spPr>
        <a:xfrm>
          <a:off x="0" y="2451696"/>
          <a:ext cx="7924800" cy="49033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DESTINO, PLEGAMIENTO Y DEGRADACIÓN DE PROTEÍNAS</a:t>
          </a:r>
        </a:p>
        <a:p>
          <a:pPr>
            <a:buNone/>
          </a:pP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BAE70BBC-E5B0-46FA-83F5-586AFF477FE0}" type="parTrans" cxnId="{2C5B7E6B-5E5A-47FB-BB98-D79B68454A5C}">
      <dgm:prSet/>
      <dgm:spPr/>
      <dgm:t>
        <a:bodyPr/>
        <a:lstStyle/>
        <a:p>
          <a:endParaRPr lang="es-MX"/>
        </a:p>
      </dgm:t>
    </dgm:pt>
    <dgm:pt modelId="{5DD06307-F5E4-4ABB-976A-B32A6A84CA1B}" type="sibTrans" cxnId="{2C5B7E6B-5E5A-47FB-BB98-D79B68454A5C}">
      <dgm:prSet/>
      <dgm:spPr/>
      <dgm:t>
        <a:bodyPr/>
        <a:lstStyle/>
        <a:p>
          <a:endParaRPr lang="es-MX"/>
        </a:p>
      </dgm:t>
    </dgm:pt>
    <dgm:pt modelId="{F4E031C0-B161-FE44-855A-0E984FD80C51}" type="pres">
      <dgm:prSet presAssocID="{4FEC1129-4A8F-4183-B775-84882B2672BB}" presName="vert0" presStyleCnt="0">
        <dgm:presLayoutVars>
          <dgm:dir/>
          <dgm:animOne val="branch"/>
          <dgm:animLvl val="lvl"/>
        </dgm:presLayoutVars>
      </dgm:prSet>
      <dgm:spPr/>
    </dgm:pt>
    <dgm:pt modelId="{EE9D1212-67B9-974E-A56D-5E7D4E2C24DD}" type="pres">
      <dgm:prSet presAssocID="{F11F3076-D5C5-4FEC-AD06-CDDA0A24DF56}" presName="thickLine" presStyleLbl="alignNode1" presStyleIdx="0" presStyleCnt="8"/>
      <dgm:spPr>
        <a:xfrm>
          <a:off x="0" y="0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A8B247CA-19B9-794E-BACE-F4518E64DE20}" type="pres">
      <dgm:prSet presAssocID="{F11F3076-D5C5-4FEC-AD06-CDDA0A24DF56}" presName="horz1" presStyleCnt="0"/>
      <dgm:spPr/>
    </dgm:pt>
    <dgm:pt modelId="{94D4F2F3-8A06-484B-B136-C07C19BCE075}" type="pres">
      <dgm:prSet presAssocID="{F11F3076-D5C5-4FEC-AD06-CDDA0A24DF56}" presName="tx1" presStyleLbl="revTx" presStyleIdx="0" presStyleCnt="8"/>
      <dgm:spPr/>
    </dgm:pt>
    <dgm:pt modelId="{9D995431-ABD7-9541-8619-41189B9B4D3A}" type="pres">
      <dgm:prSet presAssocID="{F11F3076-D5C5-4FEC-AD06-CDDA0A24DF56}" presName="vert1" presStyleCnt="0"/>
      <dgm:spPr/>
    </dgm:pt>
    <dgm:pt modelId="{5C57AFAD-B1F9-6B48-B441-5C8E31B7F8F5}" type="pres">
      <dgm:prSet presAssocID="{E11AA97E-A99C-4C13-9ACB-F26D3D0C5F2B}" presName="thickLine" presStyleLbl="alignNode1" presStyleIdx="1" presStyleCnt="8"/>
      <dgm:spPr>
        <a:xfrm>
          <a:off x="0" y="490339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0E77B267-D7A4-1943-9092-3CF1FB627C6F}" type="pres">
      <dgm:prSet presAssocID="{E11AA97E-A99C-4C13-9ACB-F26D3D0C5F2B}" presName="horz1" presStyleCnt="0"/>
      <dgm:spPr/>
    </dgm:pt>
    <dgm:pt modelId="{583765F0-18D4-B64B-B2D8-2F7B8238FD83}" type="pres">
      <dgm:prSet presAssocID="{E11AA97E-A99C-4C13-9ACB-F26D3D0C5F2B}" presName="tx1" presStyleLbl="revTx" presStyleIdx="1" presStyleCnt="8"/>
      <dgm:spPr/>
    </dgm:pt>
    <dgm:pt modelId="{EF0042E9-F5A9-F349-9D4B-39726143D157}" type="pres">
      <dgm:prSet presAssocID="{E11AA97E-A99C-4C13-9ACB-F26D3D0C5F2B}" presName="vert1" presStyleCnt="0"/>
      <dgm:spPr/>
    </dgm:pt>
    <dgm:pt modelId="{7AF149FF-DF1E-42E1-941D-D7573BCCC516}" type="pres">
      <dgm:prSet presAssocID="{A9A58F34-4217-4AB3-97C6-560C68483B9A}" presName="thickLine" presStyleLbl="alignNode1" presStyleIdx="2" presStyleCnt="8"/>
      <dgm:spPr>
        <a:xfrm>
          <a:off x="0" y="980678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1D76B390-00E7-442D-9E48-E8CD2D4B7769}" type="pres">
      <dgm:prSet presAssocID="{A9A58F34-4217-4AB3-97C6-560C68483B9A}" presName="horz1" presStyleCnt="0"/>
      <dgm:spPr/>
    </dgm:pt>
    <dgm:pt modelId="{061D1E40-8E05-4BDF-BD85-4433BBAA1D6E}" type="pres">
      <dgm:prSet presAssocID="{A9A58F34-4217-4AB3-97C6-560C68483B9A}" presName="tx1" presStyleLbl="revTx" presStyleIdx="2" presStyleCnt="8"/>
      <dgm:spPr/>
    </dgm:pt>
    <dgm:pt modelId="{9F677B0B-9DBE-424E-8CFF-636D8660FA18}" type="pres">
      <dgm:prSet presAssocID="{A9A58F34-4217-4AB3-97C6-560C68483B9A}" presName="vert1" presStyleCnt="0"/>
      <dgm:spPr/>
    </dgm:pt>
    <dgm:pt modelId="{62A41D02-687C-404D-B6E8-276195A0510D}" type="pres">
      <dgm:prSet presAssocID="{AEDE49BC-4970-4965-AC45-8C86015F2CB7}" presName="thickLine" presStyleLbl="alignNode1" presStyleIdx="3" presStyleCnt="8"/>
      <dgm:spPr>
        <a:xfrm>
          <a:off x="0" y="1471018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AD6C2304-0026-FD4D-80A3-5F381BBBE043}" type="pres">
      <dgm:prSet presAssocID="{AEDE49BC-4970-4965-AC45-8C86015F2CB7}" presName="horz1" presStyleCnt="0"/>
      <dgm:spPr/>
    </dgm:pt>
    <dgm:pt modelId="{74D706D9-C8CB-B741-B9B8-932487C73630}" type="pres">
      <dgm:prSet presAssocID="{AEDE49BC-4970-4965-AC45-8C86015F2CB7}" presName="tx1" presStyleLbl="revTx" presStyleIdx="3" presStyleCnt="8"/>
      <dgm:spPr/>
    </dgm:pt>
    <dgm:pt modelId="{63B160E3-1E6A-D447-9EE8-5EC5B5BEB982}" type="pres">
      <dgm:prSet presAssocID="{AEDE49BC-4970-4965-AC45-8C86015F2CB7}" presName="vert1" presStyleCnt="0"/>
      <dgm:spPr/>
    </dgm:pt>
    <dgm:pt modelId="{13C38163-6DE7-4570-A8DF-249B260830B4}" type="pres">
      <dgm:prSet presAssocID="{A391A61F-AB44-4D02-B26A-EFB2CBA2A821}" presName="thickLine" presStyleLbl="alignNode1" presStyleIdx="4" presStyleCnt="8"/>
      <dgm:spPr>
        <a:xfrm>
          <a:off x="0" y="1961357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08D284FF-7503-4BBB-AA72-C6F18D5BC377}" type="pres">
      <dgm:prSet presAssocID="{A391A61F-AB44-4D02-B26A-EFB2CBA2A821}" presName="horz1" presStyleCnt="0"/>
      <dgm:spPr/>
    </dgm:pt>
    <dgm:pt modelId="{008BE887-8120-4A37-B725-F0DC866D98C3}" type="pres">
      <dgm:prSet presAssocID="{A391A61F-AB44-4D02-B26A-EFB2CBA2A821}" presName="tx1" presStyleLbl="revTx" presStyleIdx="4" presStyleCnt="8"/>
      <dgm:spPr/>
    </dgm:pt>
    <dgm:pt modelId="{E1497078-A6AB-4778-A895-23BEF7009594}" type="pres">
      <dgm:prSet presAssocID="{A391A61F-AB44-4D02-B26A-EFB2CBA2A821}" presName="vert1" presStyleCnt="0"/>
      <dgm:spPr/>
    </dgm:pt>
    <dgm:pt modelId="{D886438D-0486-4739-A3AE-E0C7C29E656F}" type="pres">
      <dgm:prSet presAssocID="{E1814CB0-4B24-4949-A563-A3F30470926B}" presName="thickLine" presStyleLbl="alignNode1" presStyleIdx="5" presStyleCnt="8"/>
      <dgm:spPr>
        <a:xfrm>
          <a:off x="0" y="2451696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B83181F1-3BBB-46D3-8B59-F24D37B8516E}" type="pres">
      <dgm:prSet presAssocID="{E1814CB0-4B24-4949-A563-A3F30470926B}" presName="horz1" presStyleCnt="0"/>
      <dgm:spPr/>
    </dgm:pt>
    <dgm:pt modelId="{05C2E390-7FAB-4D7F-A177-F54C31FC03C1}" type="pres">
      <dgm:prSet presAssocID="{E1814CB0-4B24-4949-A563-A3F30470926B}" presName="tx1" presStyleLbl="revTx" presStyleIdx="5" presStyleCnt="8"/>
      <dgm:spPr/>
    </dgm:pt>
    <dgm:pt modelId="{9EB4F29D-DD7E-467D-AA56-9AB0DDB89F9D}" type="pres">
      <dgm:prSet presAssocID="{E1814CB0-4B24-4949-A563-A3F30470926B}" presName="vert1" presStyleCnt="0"/>
      <dgm:spPr/>
    </dgm:pt>
    <dgm:pt modelId="{567B5641-38C0-F14D-B7BB-7E60EFFB798D}" type="pres">
      <dgm:prSet presAssocID="{EA7EAC08-1557-4885-B0F3-B322E1B1B19A}" presName="thickLine" presStyleLbl="alignNode1" presStyleIdx="6" presStyleCnt="8"/>
      <dgm:spPr>
        <a:xfrm>
          <a:off x="0" y="2942036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D653D6C4-4F21-2E4E-8854-9589FD5C9CA4}" type="pres">
      <dgm:prSet presAssocID="{EA7EAC08-1557-4885-B0F3-B322E1B1B19A}" presName="horz1" presStyleCnt="0"/>
      <dgm:spPr/>
    </dgm:pt>
    <dgm:pt modelId="{D320ED75-BE2A-C142-8055-DEBACF7F277F}" type="pres">
      <dgm:prSet presAssocID="{EA7EAC08-1557-4885-B0F3-B322E1B1B19A}" presName="tx1" presStyleLbl="revTx" presStyleIdx="6" presStyleCnt="8"/>
      <dgm:spPr/>
    </dgm:pt>
    <dgm:pt modelId="{8C8EFC7D-90D9-0E43-9947-E8593681E960}" type="pres">
      <dgm:prSet presAssocID="{EA7EAC08-1557-4885-B0F3-B322E1B1B19A}" presName="vert1" presStyleCnt="0"/>
      <dgm:spPr/>
    </dgm:pt>
    <dgm:pt modelId="{EFFF20CE-F13D-E745-A03C-2F908A6C1D39}" type="pres">
      <dgm:prSet presAssocID="{DEA2DB98-5929-4A87-A86F-7242D33D9E77}" presName="thickLine" presStyleLbl="alignNode1" presStyleIdx="7" presStyleCnt="8"/>
      <dgm:spPr>
        <a:xfrm>
          <a:off x="0" y="3432375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6ABBF772-DDAA-DD48-84B5-37D11929B1F2}" type="pres">
      <dgm:prSet presAssocID="{DEA2DB98-5929-4A87-A86F-7242D33D9E77}" presName="horz1" presStyleCnt="0"/>
      <dgm:spPr/>
    </dgm:pt>
    <dgm:pt modelId="{432EE7A4-2414-7641-8C4D-9A0473A05A6D}" type="pres">
      <dgm:prSet presAssocID="{DEA2DB98-5929-4A87-A86F-7242D33D9E77}" presName="tx1" presStyleLbl="revTx" presStyleIdx="7" presStyleCnt="8"/>
      <dgm:spPr/>
    </dgm:pt>
    <dgm:pt modelId="{E67C3C5B-2560-8C43-B6DA-88A93FA3D446}" type="pres">
      <dgm:prSet presAssocID="{DEA2DB98-5929-4A87-A86F-7242D33D9E77}" presName="vert1" presStyleCnt="0"/>
      <dgm:spPr/>
    </dgm:pt>
  </dgm:ptLst>
  <dgm:cxnLst>
    <dgm:cxn modelId="{F3EAD807-BA5D-4ADD-AEE6-348AD7CA3053}" type="presOf" srcId="{E1814CB0-4B24-4949-A563-A3F30470926B}" destId="{05C2E390-7FAB-4D7F-A177-F54C31FC03C1}" srcOrd="0" destOrd="0" presId="urn:microsoft.com/office/officeart/2008/layout/LinedList"/>
    <dgm:cxn modelId="{B329960E-B16B-F648-A9C3-FF0C20722347}" type="presOf" srcId="{E11AA97E-A99C-4C13-9ACB-F26D3D0C5F2B}" destId="{583765F0-18D4-B64B-B2D8-2F7B8238FD83}" srcOrd="0" destOrd="0" presId="urn:microsoft.com/office/officeart/2008/layout/LinedList"/>
    <dgm:cxn modelId="{F8E93526-0D38-8A46-8C7B-DC0E513E5BA5}" type="presOf" srcId="{EA7EAC08-1557-4885-B0F3-B322E1B1B19A}" destId="{D320ED75-BE2A-C142-8055-DEBACF7F277F}" srcOrd="0" destOrd="0" presId="urn:microsoft.com/office/officeart/2008/layout/LinedList"/>
    <dgm:cxn modelId="{E9204062-9FE0-4B46-92A9-FBB71252D97E}" srcId="{4FEC1129-4A8F-4183-B775-84882B2672BB}" destId="{F11F3076-D5C5-4FEC-AD06-CDDA0A24DF56}" srcOrd="0" destOrd="0" parTransId="{08E20753-E100-428F-AA12-98BFEDCD1543}" sibTransId="{90D208A4-3529-4E57-BA3A-6C13AE85AD40}"/>
    <dgm:cxn modelId="{30A4C942-B81B-4211-BC49-15BBBB5A26B2}" srcId="{4FEC1129-4A8F-4183-B775-84882B2672BB}" destId="{EA7EAC08-1557-4885-B0F3-B322E1B1B19A}" srcOrd="6" destOrd="0" parTransId="{84A406F5-43C2-41E8-B3EB-67D750E9E615}" sibTransId="{1AEE70BE-8B68-4B88-A91C-4E4B6E89189C}"/>
    <dgm:cxn modelId="{2C5B7E6B-5E5A-47FB-BB98-D79B68454A5C}" srcId="{4FEC1129-4A8F-4183-B775-84882B2672BB}" destId="{E1814CB0-4B24-4949-A563-A3F30470926B}" srcOrd="5" destOrd="0" parTransId="{BAE70BBC-E5B0-46FA-83F5-586AFF477FE0}" sibTransId="{5DD06307-F5E4-4ABB-976A-B32A6A84CA1B}"/>
    <dgm:cxn modelId="{A5AA2252-A153-2F4B-99C6-C945B3F8A42B}" type="presOf" srcId="{F11F3076-D5C5-4FEC-AD06-CDDA0A24DF56}" destId="{94D4F2F3-8A06-484B-B136-C07C19BCE075}" srcOrd="0" destOrd="0" presId="urn:microsoft.com/office/officeart/2008/layout/LinedList"/>
    <dgm:cxn modelId="{DF067C74-AFEE-43A7-BB55-280B056C3D2A}" srcId="{4FEC1129-4A8F-4183-B775-84882B2672BB}" destId="{AEDE49BC-4970-4965-AC45-8C86015F2CB7}" srcOrd="3" destOrd="0" parTransId="{FD531746-C74D-4B2D-A1C6-2EDAD835A6F4}" sibTransId="{FEDFBCA9-4552-4ECA-9CB1-44F75054978B}"/>
    <dgm:cxn modelId="{9436F47A-DFC6-3A49-8902-A81874D81904}" type="presOf" srcId="{DEA2DB98-5929-4A87-A86F-7242D33D9E77}" destId="{432EE7A4-2414-7641-8C4D-9A0473A05A6D}" srcOrd="0" destOrd="0" presId="urn:microsoft.com/office/officeart/2008/layout/LinedList"/>
    <dgm:cxn modelId="{3CC3DE85-5961-4EE9-AFC0-9DE35F6129EE}" type="presOf" srcId="{A391A61F-AB44-4D02-B26A-EFB2CBA2A821}" destId="{008BE887-8120-4A37-B725-F0DC866D98C3}" srcOrd="0" destOrd="0" presId="urn:microsoft.com/office/officeart/2008/layout/LinedList"/>
    <dgm:cxn modelId="{6A75D692-7AA8-4DEB-9991-410130394EF7}" srcId="{4FEC1129-4A8F-4183-B775-84882B2672BB}" destId="{A9A58F34-4217-4AB3-97C6-560C68483B9A}" srcOrd="2" destOrd="0" parTransId="{51EBCEE3-DD90-4441-AD0B-95527B1DF2B3}" sibTransId="{5CE2D674-A300-45CC-B8ED-A15767F92914}"/>
    <dgm:cxn modelId="{AFA88AAB-6FF7-4A6E-A4C8-3B72143196F9}" srcId="{4FEC1129-4A8F-4183-B775-84882B2672BB}" destId="{DEA2DB98-5929-4A87-A86F-7242D33D9E77}" srcOrd="7" destOrd="0" parTransId="{F331A698-6C8D-4DD8-AA9A-2F9195416ECE}" sibTransId="{3DFA5215-FBCC-438B-A3EB-A080F2E4B409}"/>
    <dgm:cxn modelId="{266E01B4-3576-0947-8E8D-03C624BDEA15}" type="presOf" srcId="{4FEC1129-4A8F-4183-B775-84882B2672BB}" destId="{F4E031C0-B161-FE44-855A-0E984FD80C51}" srcOrd="0" destOrd="0" presId="urn:microsoft.com/office/officeart/2008/layout/LinedList"/>
    <dgm:cxn modelId="{8D31B1C4-CB44-49F7-9240-BBC8C144B0F6}" srcId="{4FEC1129-4A8F-4183-B775-84882B2672BB}" destId="{E11AA97E-A99C-4C13-9ACB-F26D3D0C5F2B}" srcOrd="1" destOrd="0" parTransId="{33A333F0-0DEF-447A-B35B-116DEBF40572}" sibTransId="{90216543-1C3E-4347-ACAB-8FE7F551F61B}"/>
    <dgm:cxn modelId="{86F835C8-9124-4BFE-B099-89585AC72883}" srcId="{4FEC1129-4A8F-4183-B775-84882B2672BB}" destId="{A391A61F-AB44-4D02-B26A-EFB2CBA2A821}" srcOrd="4" destOrd="0" parTransId="{4D7A078E-6F2E-41CC-9F24-A130B374E52D}" sibTransId="{26AB2347-7A9A-4877-ACD2-49B523ED901D}"/>
    <dgm:cxn modelId="{81F642F1-D141-4345-88A8-CA4B105E6E30}" type="presOf" srcId="{AEDE49BC-4970-4965-AC45-8C86015F2CB7}" destId="{74D706D9-C8CB-B741-B9B8-932487C73630}" srcOrd="0" destOrd="0" presId="urn:microsoft.com/office/officeart/2008/layout/LinedList"/>
    <dgm:cxn modelId="{6CF232FA-BB0B-4F4E-BDCB-506D8B45E667}" type="presOf" srcId="{A9A58F34-4217-4AB3-97C6-560C68483B9A}" destId="{061D1E40-8E05-4BDF-BD85-4433BBAA1D6E}" srcOrd="0" destOrd="0" presId="urn:microsoft.com/office/officeart/2008/layout/LinedList"/>
    <dgm:cxn modelId="{3C07788F-AB56-2640-B967-73DA85D51E9C}" type="presParOf" srcId="{F4E031C0-B161-FE44-855A-0E984FD80C51}" destId="{EE9D1212-67B9-974E-A56D-5E7D4E2C24DD}" srcOrd="0" destOrd="0" presId="urn:microsoft.com/office/officeart/2008/layout/LinedList"/>
    <dgm:cxn modelId="{30282161-9302-AA42-AA7B-D1907092212D}" type="presParOf" srcId="{F4E031C0-B161-FE44-855A-0E984FD80C51}" destId="{A8B247CA-19B9-794E-BACE-F4518E64DE20}" srcOrd="1" destOrd="0" presId="urn:microsoft.com/office/officeart/2008/layout/LinedList"/>
    <dgm:cxn modelId="{1059918A-6CA7-C54E-81AF-D3F712A214FF}" type="presParOf" srcId="{A8B247CA-19B9-794E-BACE-F4518E64DE20}" destId="{94D4F2F3-8A06-484B-B136-C07C19BCE075}" srcOrd="0" destOrd="0" presId="urn:microsoft.com/office/officeart/2008/layout/LinedList"/>
    <dgm:cxn modelId="{9EB54CEA-D427-6F4F-B311-1A10D1044DB2}" type="presParOf" srcId="{A8B247CA-19B9-794E-BACE-F4518E64DE20}" destId="{9D995431-ABD7-9541-8619-41189B9B4D3A}" srcOrd="1" destOrd="0" presId="urn:microsoft.com/office/officeart/2008/layout/LinedList"/>
    <dgm:cxn modelId="{BFE67C10-21CC-904F-A445-80EC7AAB0F03}" type="presParOf" srcId="{F4E031C0-B161-FE44-855A-0E984FD80C51}" destId="{5C57AFAD-B1F9-6B48-B441-5C8E31B7F8F5}" srcOrd="2" destOrd="0" presId="urn:microsoft.com/office/officeart/2008/layout/LinedList"/>
    <dgm:cxn modelId="{B46766A9-6D52-554A-AF5E-AE018E23C933}" type="presParOf" srcId="{F4E031C0-B161-FE44-855A-0E984FD80C51}" destId="{0E77B267-D7A4-1943-9092-3CF1FB627C6F}" srcOrd="3" destOrd="0" presId="urn:microsoft.com/office/officeart/2008/layout/LinedList"/>
    <dgm:cxn modelId="{1C37B1B5-378E-0447-A9EA-D31A69E1A7AD}" type="presParOf" srcId="{0E77B267-D7A4-1943-9092-3CF1FB627C6F}" destId="{583765F0-18D4-B64B-B2D8-2F7B8238FD83}" srcOrd="0" destOrd="0" presId="urn:microsoft.com/office/officeart/2008/layout/LinedList"/>
    <dgm:cxn modelId="{004A8C50-1598-9A4E-AF88-4993C0EBBE0F}" type="presParOf" srcId="{0E77B267-D7A4-1943-9092-3CF1FB627C6F}" destId="{EF0042E9-F5A9-F349-9D4B-39726143D157}" srcOrd="1" destOrd="0" presId="urn:microsoft.com/office/officeart/2008/layout/LinedList"/>
    <dgm:cxn modelId="{CEB2E06A-8F28-46E6-AFBD-76CA73715A68}" type="presParOf" srcId="{F4E031C0-B161-FE44-855A-0E984FD80C51}" destId="{7AF149FF-DF1E-42E1-941D-D7573BCCC516}" srcOrd="4" destOrd="0" presId="urn:microsoft.com/office/officeart/2008/layout/LinedList"/>
    <dgm:cxn modelId="{8C828289-66BD-422E-800C-0FC7896AB33C}" type="presParOf" srcId="{F4E031C0-B161-FE44-855A-0E984FD80C51}" destId="{1D76B390-00E7-442D-9E48-E8CD2D4B7769}" srcOrd="5" destOrd="0" presId="urn:microsoft.com/office/officeart/2008/layout/LinedList"/>
    <dgm:cxn modelId="{97D83F38-5622-4410-9B4C-4861FEE3B03A}" type="presParOf" srcId="{1D76B390-00E7-442D-9E48-E8CD2D4B7769}" destId="{061D1E40-8E05-4BDF-BD85-4433BBAA1D6E}" srcOrd="0" destOrd="0" presId="urn:microsoft.com/office/officeart/2008/layout/LinedList"/>
    <dgm:cxn modelId="{604CA9B4-1C78-41F3-8DBE-45117002E5FC}" type="presParOf" srcId="{1D76B390-00E7-442D-9E48-E8CD2D4B7769}" destId="{9F677B0B-9DBE-424E-8CFF-636D8660FA18}" srcOrd="1" destOrd="0" presId="urn:microsoft.com/office/officeart/2008/layout/LinedList"/>
    <dgm:cxn modelId="{536139B1-E94D-C342-9B09-EF553C23423F}" type="presParOf" srcId="{F4E031C0-B161-FE44-855A-0E984FD80C51}" destId="{62A41D02-687C-404D-B6E8-276195A0510D}" srcOrd="6" destOrd="0" presId="urn:microsoft.com/office/officeart/2008/layout/LinedList"/>
    <dgm:cxn modelId="{C1B8A500-BBD9-AE4D-9F17-F89E91AEF646}" type="presParOf" srcId="{F4E031C0-B161-FE44-855A-0E984FD80C51}" destId="{AD6C2304-0026-FD4D-80A3-5F381BBBE043}" srcOrd="7" destOrd="0" presId="urn:microsoft.com/office/officeart/2008/layout/LinedList"/>
    <dgm:cxn modelId="{0A555B03-7FDD-A849-A9D6-088B9BFE2C18}" type="presParOf" srcId="{AD6C2304-0026-FD4D-80A3-5F381BBBE043}" destId="{74D706D9-C8CB-B741-B9B8-932487C73630}" srcOrd="0" destOrd="0" presId="urn:microsoft.com/office/officeart/2008/layout/LinedList"/>
    <dgm:cxn modelId="{25FC27BA-7863-C943-B14F-20BDD7439C18}" type="presParOf" srcId="{AD6C2304-0026-FD4D-80A3-5F381BBBE043}" destId="{63B160E3-1E6A-D447-9EE8-5EC5B5BEB982}" srcOrd="1" destOrd="0" presId="urn:microsoft.com/office/officeart/2008/layout/LinedList"/>
    <dgm:cxn modelId="{8879B3C3-8355-4990-967E-C7E901D6BD28}" type="presParOf" srcId="{F4E031C0-B161-FE44-855A-0E984FD80C51}" destId="{13C38163-6DE7-4570-A8DF-249B260830B4}" srcOrd="8" destOrd="0" presId="urn:microsoft.com/office/officeart/2008/layout/LinedList"/>
    <dgm:cxn modelId="{165D82FB-4D27-4B61-824B-A7804457D775}" type="presParOf" srcId="{F4E031C0-B161-FE44-855A-0E984FD80C51}" destId="{08D284FF-7503-4BBB-AA72-C6F18D5BC377}" srcOrd="9" destOrd="0" presId="urn:microsoft.com/office/officeart/2008/layout/LinedList"/>
    <dgm:cxn modelId="{A73F0987-9EFD-466A-9BCB-58D2C28226E2}" type="presParOf" srcId="{08D284FF-7503-4BBB-AA72-C6F18D5BC377}" destId="{008BE887-8120-4A37-B725-F0DC866D98C3}" srcOrd="0" destOrd="0" presId="urn:microsoft.com/office/officeart/2008/layout/LinedList"/>
    <dgm:cxn modelId="{2C75509B-6869-4BF9-9C76-D8450F9D1649}" type="presParOf" srcId="{08D284FF-7503-4BBB-AA72-C6F18D5BC377}" destId="{E1497078-A6AB-4778-A895-23BEF7009594}" srcOrd="1" destOrd="0" presId="urn:microsoft.com/office/officeart/2008/layout/LinedList"/>
    <dgm:cxn modelId="{6533BC3B-2634-4E70-9962-2EE308D65351}" type="presParOf" srcId="{F4E031C0-B161-FE44-855A-0E984FD80C51}" destId="{D886438D-0486-4739-A3AE-E0C7C29E656F}" srcOrd="10" destOrd="0" presId="urn:microsoft.com/office/officeart/2008/layout/LinedList"/>
    <dgm:cxn modelId="{715F2BBB-D0A4-4D74-B44E-0798A188B291}" type="presParOf" srcId="{F4E031C0-B161-FE44-855A-0E984FD80C51}" destId="{B83181F1-3BBB-46D3-8B59-F24D37B8516E}" srcOrd="11" destOrd="0" presId="urn:microsoft.com/office/officeart/2008/layout/LinedList"/>
    <dgm:cxn modelId="{2B47A680-73A4-4EBC-AD2E-675C6318F30A}" type="presParOf" srcId="{B83181F1-3BBB-46D3-8B59-F24D37B8516E}" destId="{05C2E390-7FAB-4D7F-A177-F54C31FC03C1}" srcOrd="0" destOrd="0" presId="urn:microsoft.com/office/officeart/2008/layout/LinedList"/>
    <dgm:cxn modelId="{273E985B-E3F7-46AA-A726-3C0B90FC6064}" type="presParOf" srcId="{B83181F1-3BBB-46D3-8B59-F24D37B8516E}" destId="{9EB4F29D-DD7E-467D-AA56-9AB0DDB89F9D}" srcOrd="1" destOrd="0" presId="urn:microsoft.com/office/officeart/2008/layout/LinedList"/>
    <dgm:cxn modelId="{7137F158-745A-3344-A8D5-0F8C751D3ED7}" type="presParOf" srcId="{F4E031C0-B161-FE44-855A-0E984FD80C51}" destId="{567B5641-38C0-F14D-B7BB-7E60EFFB798D}" srcOrd="12" destOrd="0" presId="urn:microsoft.com/office/officeart/2008/layout/LinedList"/>
    <dgm:cxn modelId="{F75BBC49-DEE9-0E45-904B-B3BFFC8AF367}" type="presParOf" srcId="{F4E031C0-B161-FE44-855A-0E984FD80C51}" destId="{D653D6C4-4F21-2E4E-8854-9589FD5C9CA4}" srcOrd="13" destOrd="0" presId="urn:microsoft.com/office/officeart/2008/layout/LinedList"/>
    <dgm:cxn modelId="{5B1B8937-3DCB-5340-BA1E-164234B9A795}" type="presParOf" srcId="{D653D6C4-4F21-2E4E-8854-9589FD5C9CA4}" destId="{D320ED75-BE2A-C142-8055-DEBACF7F277F}" srcOrd="0" destOrd="0" presId="urn:microsoft.com/office/officeart/2008/layout/LinedList"/>
    <dgm:cxn modelId="{CCA912A1-880B-4D46-A6D4-A4916607FEA4}" type="presParOf" srcId="{D653D6C4-4F21-2E4E-8854-9589FD5C9CA4}" destId="{8C8EFC7D-90D9-0E43-9947-E8593681E960}" srcOrd="1" destOrd="0" presId="urn:microsoft.com/office/officeart/2008/layout/LinedList"/>
    <dgm:cxn modelId="{8D7CEE17-3789-9345-B7F9-FAC887A33F4E}" type="presParOf" srcId="{F4E031C0-B161-FE44-855A-0E984FD80C51}" destId="{EFFF20CE-F13D-E745-A03C-2F908A6C1D39}" srcOrd="14" destOrd="0" presId="urn:microsoft.com/office/officeart/2008/layout/LinedList"/>
    <dgm:cxn modelId="{3EBAD370-4324-B941-B32F-4FFB744DB0D8}" type="presParOf" srcId="{F4E031C0-B161-FE44-855A-0E984FD80C51}" destId="{6ABBF772-DDAA-DD48-84B5-37D11929B1F2}" srcOrd="15" destOrd="0" presId="urn:microsoft.com/office/officeart/2008/layout/LinedList"/>
    <dgm:cxn modelId="{F42CF3B2-BEDF-DA49-A20B-DF9B9E01A17E}" type="presParOf" srcId="{6ABBF772-DDAA-DD48-84B5-37D11929B1F2}" destId="{432EE7A4-2414-7641-8C4D-9A0473A05A6D}" srcOrd="0" destOrd="0" presId="urn:microsoft.com/office/officeart/2008/layout/LinedList"/>
    <dgm:cxn modelId="{0C16601C-C3AE-314D-8E6F-4BC82B7EE17F}" type="presParOf" srcId="{6ABBF772-DDAA-DD48-84B5-37D11929B1F2}" destId="{E67C3C5B-2560-8C43-B6DA-88A93FA3D44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EC1129-4A8F-4183-B775-84882B2672BB}" type="doc">
      <dgm:prSet loTypeId="urn:microsoft.com/office/officeart/2008/layout/LinedLis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1F3076-D5C5-4FEC-AD06-CDDA0A24DF56}">
      <dgm:prSet custT="1"/>
      <dgm:spPr>
        <a:xfrm>
          <a:off x="0" y="478"/>
          <a:ext cx="7924800" cy="43575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CONTENIDO DE ESTA PRESENTACIÓN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08E20753-E100-428F-AA12-98BFEDCD1543}" type="parTrans" cxnId="{E9204062-9FE0-4B46-92A9-FBB71252D97E}">
      <dgm:prSet/>
      <dgm:spPr/>
      <dgm:t>
        <a:bodyPr/>
        <a:lstStyle/>
        <a:p>
          <a:endParaRPr lang="en-US" sz="1600"/>
        </a:p>
      </dgm:t>
    </dgm:pt>
    <dgm:pt modelId="{90D208A4-3529-4E57-BA3A-6C13AE85AD40}" type="sibTrans" cxnId="{E9204062-9FE0-4B46-92A9-FBB71252D97E}">
      <dgm:prSet/>
      <dgm:spPr/>
      <dgm:t>
        <a:bodyPr/>
        <a:lstStyle/>
        <a:p>
          <a:endParaRPr lang="en-US" sz="1600"/>
        </a:p>
      </dgm:t>
    </dgm:pt>
    <dgm:pt modelId="{E11AA97E-A99C-4C13-9ACB-F26D3D0C5F2B}">
      <dgm:prSet custT="1"/>
      <dgm:spPr>
        <a:xfrm>
          <a:off x="0" y="436229"/>
          <a:ext cx="7924800" cy="43575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1. GENERALIDADES DE GENES Y PROTEÍNAS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33A333F0-0DEF-447A-B35B-116DEBF40572}" type="parTrans" cxnId="{8D31B1C4-CB44-49F7-9240-BBC8C144B0F6}">
      <dgm:prSet/>
      <dgm:spPr/>
      <dgm:t>
        <a:bodyPr/>
        <a:lstStyle/>
        <a:p>
          <a:endParaRPr lang="en-US" sz="1600"/>
        </a:p>
      </dgm:t>
    </dgm:pt>
    <dgm:pt modelId="{90216543-1C3E-4347-ACAB-8FE7F551F61B}" type="sibTrans" cxnId="{8D31B1C4-CB44-49F7-9240-BBC8C144B0F6}">
      <dgm:prSet/>
      <dgm:spPr/>
      <dgm:t>
        <a:bodyPr/>
        <a:lstStyle/>
        <a:p>
          <a:endParaRPr lang="en-US" sz="1600"/>
        </a:p>
      </dgm:t>
    </dgm:pt>
    <dgm:pt modelId="{AEDE49BC-4970-4965-AC45-8C86015F2CB7}">
      <dgm:prSet custT="1"/>
      <dgm:spPr>
        <a:xfrm>
          <a:off x="0" y="871980"/>
          <a:ext cx="7924800" cy="43575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2. TRANSCRIPCIÓN DEL ARN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FD531746-C74D-4B2D-A1C6-2EDAD835A6F4}" type="parTrans" cxnId="{DF067C74-AFEE-43A7-BB55-280B056C3D2A}">
      <dgm:prSet/>
      <dgm:spPr/>
      <dgm:t>
        <a:bodyPr/>
        <a:lstStyle/>
        <a:p>
          <a:endParaRPr lang="en-US" sz="1600"/>
        </a:p>
      </dgm:t>
    </dgm:pt>
    <dgm:pt modelId="{FEDFBCA9-4552-4ECA-9CB1-44F75054978B}" type="sibTrans" cxnId="{DF067C74-AFEE-43A7-BB55-280B056C3D2A}">
      <dgm:prSet/>
      <dgm:spPr/>
      <dgm:t>
        <a:bodyPr/>
        <a:lstStyle/>
        <a:p>
          <a:endParaRPr lang="en-US" sz="1600"/>
        </a:p>
      </dgm:t>
    </dgm:pt>
    <dgm:pt modelId="{EA7EAC08-1557-4885-B0F3-B322E1B1B19A}">
      <dgm:prSet custT="1"/>
      <dgm:spPr>
        <a:xfrm>
          <a:off x="0" y="1307731"/>
          <a:ext cx="7924800" cy="43575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COMPETENCIAS ESPECÍFICAS.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84A406F5-43C2-41E8-B3EB-67D750E9E615}" type="parTrans" cxnId="{30A4C942-B81B-4211-BC49-15BBBB5A26B2}">
      <dgm:prSet/>
      <dgm:spPr/>
      <dgm:t>
        <a:bodyPr/>
        <a:lstStyle/>
        <a:p>
          <a:endParaRPr lang="en-US" sz="1600"/>
        </a:p>
      </dgm:t>
    </dgm:pt>
    <dgm:pt modelId="{1AEE70BE-8B68-4B88-A91C-4E4B6E89189C}" type="sibTrans" cxnId="{30A4C942-B81B-4211-BC49-15BBBB5A26B2}">
      <dgm:prSet/>
      <dgm:spPr/>
      <dgm:t>
        <a:bodyPr/>
        <a:lstStyle/>
        <a:p>
          <a:endParaRPr lang="en-US" sz="1600"/>
        </a:p>
      </dgm:t>
    </dgm:pt>
    <dgm:pt modelId="{DEA2DB98-5929-4A87-A86F-7242D33D9E77}">
      <dgm:prSet custT="1"/>
      <dgm:spPr>
        <a:xfrm>
          <a:off x="0" y="1743482"/>
          <a:ext cx="7924800" cy="43575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i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Comprender los procesos de transcripción, maduración y traducción del ARN, así como la identificación e importancia de las proteínas en los sistemas vivientes.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F331A698-6C8D-4DD8-AA9A-2F9195416ECE}" type="parTrans" cxnId="{AFA88AAB-6FF7-4A6E-A4C8-3B72143196F9}">
      <dgm:prSet/>
      <dgm:spPr/>
      <dgm:t>
        <a:bodyPr/>
        <a:lstStyle/>
        <a:p>
          <a:endParaRPr lang="en-US" sz="1600"/>
        </a:p>
      </dgm:t>
    </dgm:pt>
    <dgm:pt modelId="{3DFA5215-FBCC-438B-A3EB-A080F2E4B409}" type="sibTrans" cxnId="{AFA88AAB-6FF7-4A6E-A4C8-3B72143196F9}">
      <dgm:prSet/>
      <dgm:spPr/>
      <dgm:t>
        <a:bodyPr/>
        <a:lstStyle/>
        <a:p>
          <a:endParaRPr lang="en-US" sz="1600"/>
        </a:p>
      </dgm:t>
    </dgm:pt>
    <dgm:pt modelId="{7D6F4D3A-9B5E-4C1E-AA71-236781F94606}">
      <dgm:prSet custT="1"/>
      <dgm:spPr>
        <a:xfrm>
          <a:off x="0" y="2179232"/>
          <a:ext cx="7924800" cy="43575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Después de estudiar este material, serás capaz de: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04B71860-D8C2-450E-9F22-055653BF9014}" type="parTrans" cxnId="{F9989F2B-AEEE-4734-A2DB-ADB6D14C5FEF}">
      <dgm:prSet/>
      <dgm:spPr/>
      <dgm:t>
        <a:bodyPr/>
        <a:lstStyle/>
        <a:p>
          <a:endParaRPr lang="en-US" sz="1600"/>
        </a:p>
      </dgm:t>
    </dgm:pt>
    <dgm:pt modelId="{FAC2A9F0-75F7-46AF-966E-73F4BCB673CA}" type="sibTrans" cxnId="{F9989F2B-AEEE-4734-A2DB-ADB6D14C5FEF}">
      <dgm:prSet/>
      <dgm:spPr/>
      <dgm:t>
        <a:bodyPr/>
        <a:lstStyle/>
        <a:p>
          <a:endParaRPr lang="en-US" sz="1600"/>
        </a:p>
      </dgm:t>
    </dgm:pt>
    <dgm:pt modelId="{E5215286-5E98-4781-BB23-EE0FB01A1A39}">
      <dgm:prSet custT="1"/>
      <dgm:spPr>
        <a:xfrm>
          <a:off x="0" y="2614983"/>
          <a:ext cx="7924800" cy="43575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1. Definir gen.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30B1570D-7C40-4B25-8F75-F40E6D39A118}" type="parTrans" cxnId="{23975DA6-E601-4A58-B7F5-4430B74CC48C}">
      <dgm:prSet/>
      <dgm:spPr/>
      <dgm:t>
        <a:bodyPr/>
        <a:lstStyle/>
        <a:p>
          <a:endParaRPr lang="en-US" sz="1600"/>
        </a:p>
      </dgm:t>
    </dgm:pt>
    <dgm:pt modelId="{DB1E1673-44DD-4CE9-ABBA-CBC92383245A}" type="sibTrans" cxnId="{23975DA6-E601-4A58-B7F5-4430B74CC48C}">
      <dgm:prSet/>
      <dgm:spPr/>
      <dgm:t>
        <a:bodyPr/>
        <a:lstStyle/>
        <a:p>
          <a:endParaRPr lang="en-US" sz="1600"/>
        </a:p>
      </dgm:t>
    </dgm:pt>
    <dgm:pt modelId="{F4A3176A-70ED-41D0-8E86-C63BD22EC40E}">
      <dgm:prSet custT="1"/>
      <dgm:spPr>
        <a:xfrm>
          <a:off x="0" y="3050734"/>
          <a:ext cx="7924800" cy="43575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2. Explicar los principales eventos durante las tres estrategias de transcripción: iniciación, elongación y  terminación.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94307810-FE90-4A03-AE88-B6F92EE197B3}" type="parTrans" cxnId="{ABC7DAE0-58AB-485E-A7CF-BECA68F97593}">
      <dgm:prSet/>
      <dgm:spPr/>
      <dgm:t>
        <a:bodyPr/>
        <a:lstStyle/>
        <a:p>
          <a:endParaRPr lang="en-US" sz="1600"/>
        </a:p>
      </dgm:t>
    </dgm:pt>
    <dgm:pt modelId="{278C91BC-C186-4A97-9DEC-F6BA0ED2134B}" type="sibTrans" cxnId="{ABC7DAE0-58AB-485E-A7CF-BECA68F97593}">
      <dgm:prSet/>
      <dgm:spPr/>
      <dgm:t>
        <a:bodyPr/>
        <a:lstStyle/>
        <a:p>
          <a:endParaRPr lang="en-US" sz="1600"/>
        </a:p>
      </dgm:t>
    </dgm:pt>
    <dgm:pt modelId="{085E1789-B8A6-44C1-B54F-FF959CAD4655}">
      <dgm:prSet custT="1"/>
      <dgm:spPr>
        <a:xfrm>
          <a:off x="0" y="3486485"/>
          <a:ext cx="7924800" cy="43575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7. Transcribir una secuencia de nucleótidos de ADN a ARN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6DD0B0F3-ADC2-4DCB-B517-060D2547147F}" type="parTrans" cxnId="{6FF12FDE-A685-4998-A75A-7AE6E0CDE604}">
      <dgm:prSet/>
      <dgm:spPr/>
      <dgm:t>
        <a:bodyPr/>
        <a:lstStyle/>
        <a:p>
          <a:endParaRPr lang="en-US" sz="1600"/>
        </a:p>
      </dgm:t>
    </dgm:pt>
    <dgm:pt modelId="{1F3DADB2-F4C3-4435-816E-13CA98E7F20A}" type="sibTrans" cxnId="{6FF12FDE-A685-4998-A75A-7AE6E0CDE604}">
      <dgm:prSet/>
      <dgm:spPr/>
      <dgm:t>
        <a:bodyPr/>
        <a:lstStyle/>
        <a:p>
          <a:endParaRPr lang="en-US" sz="1600"/>
        </a:p>
      </dgm:t>
    </dgm:pt>
    <dgm:pt modelId="{F4E031C0-B161-FE44-855A-0E984FD80C51}" type="pres">
      <dgm:prSet presAssocID="{4FEC1129-4A8F-4183-B775-84882B2672BB}" presName="vert0" presStyleCnt="0">
        <dgm:presLayoutVars>
          <dgm:dir/>
          <dgm:animOne val="branch"/>
          <dgm:animLvl val="lvl"/>
        </dgm:presLayoutVars>
      </dgm:prSet>
      <dgm:spPr/>
    </dgm:pt>
    <dgm:pt modelId="{EE9D1212-67B9-974E-A56D-5E7D4E2C24DD}" type="pres">
      <dgm:prSet presAssocID="{F11F3076-D5C5-4FEC-AD06-CDDA0A24DF56}" presName="thickLine" presStyleLbl="alignNode1" presStyleIdx="0" presStyleCnt="9"/>
      <dgm:spPr>
        <a:xfrm>
          <a:off x="0" y="478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A8B247CA-19B9-794E-BACE-F4518E64DE20}" type="pres">
      <dgm:prSet presAssocID="{F11F3076-D5C5-4FEC-AD06-CDDA0A24DF56}" presName="horz1" presStyleCnt="0"/>
      <dgm:spPr/>
    </dgm:pt>
    <dgm:pt modelId="{94D4F2F3-8A06-484B-B136-C07C19BCE075}" type="pres">
      <dgm:prSet presAssocID="{F11F3076-D5C5-4FEC-AD06-CDDA0A24DF56}" presName="tx1" presStyleLbl="revTx" presStyleIdx="0" presStyleCnt="9"/>
      <dgm:spPr/>
    </dgm:pt>
    <dgm:pt modelId="{9D995431-ABD7-9541-8619-41189B9B4D3A}" type="pres">
      <dgm:prSet presAssocID="{F11F3076-D5C5-4FEC-AD06-CDDA0A24DF56}" presName="vert1" presStyleCnt="0"/>
      <dgm:spPr/>
    </dgm:pt>
    <dgm:pt modelId="{5C57AFAD-B1F9-6B48-B441-5C8E31B7F8F5}" type="pres">
      <dgm:prSet presAssocID="{E11AA97E-A99C-4C13-9ACB-F26D3D0C5F2B}" presName="thickLine" presStyleLbl="alignNode1" presStyleIdx="1" presStyleCnt="9"/>
      <dgm:spPr>
        <a:xfrm>
          <a:off x="0" y="436229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0E77B267-D7A4-1943-9092-3CF1FB627C6F}" type="pres">
      <dgm:prSet presAssocID="{E11AA97E-A99C-4C13-9ACB-F26D3D0C5F2B}" presName="horz1" presStyleCnt="0"/>
      <dgm:spPr/>
    </dgm:pt>
    <dgm:pt modelId="{583765F0-18D4-B64B-B2D8-2F7B8238FD83}" type="pres">
      <dgm:prSet presAssocID="{E11AA97E-A99C-4C13-9ACB-F26D3D0C5F2B}" presName="tx1" presStyleLbl="revTx" presStyleIdx="1" presStyleCnt="9"/>
      <dgm:spPr/>
    </dgm:pt>
    <dgm:pt modelId="{EF0042E9-F5A9-F349-9D4B-39726143D157}" type="pres">
      <dgm:prSet presAssocID="{E11AA97E-A99C-4C13-9ACB-F26D3D0C5F2B}" presName="vert1" presStyleCnt="0"/>
      <dgm:spPr/>
    </dgm:pt>
    <dgm:pt modelId="{62A41D02-687C-404D-B6E8-276195A0510D}" type="pres">
      <dgm:prSet presAssocID="{AEDE49BC-4970-4965-AC45-8C86015F2CB7}" presName="thickLine" presStyleLbl="alignNode1" presStyleIdx="2" presStyleCnt="9"/>
      <dgm:spPr>
        <a:xfrm>
          <a:off x="0" y="871980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AD6C2304-0026-FD4D-80A3-5F381BBBE043}" type="pres">
      <dgm:prSet presAssocID="{AEDE49BC-4970-4965-AC45-8C86015F2CB7}" presName="horz1" presStyleCnt="0"/>
      <dgm:spPr/>
    </dgm:pt>
    <dgm:pt modelId="{74D706D9-C8CB-B741-B9B8-932487C73630}" type="pres">
      <dgm:prSet presAssocID="{AEDE49BC-4970-4965-AC45-8C86015F2CB7}" presName="tx1" presStyleLbl="revTx" presStyleIdx="2" presStyleCnt="9"/>
      <dgm:spPr/>
    </dgm:pt>
    <dgm:pt modelId="{63B160E3-1E6A-D447-9EE8-5EC5B5BEB982}" type="pres">
      <dgm:prSet presAssocID="{AEDE49BC-4970-4965-AC45-8C86015F2CB7}" presName="vert1" presStyleCnt="0"/>
      <dgm:spPr/>
    </dgm:pt>
    <dgm:pt modelId="{567B5641-38C0-F14D-B7BB-7E60EFFB798D}" type="pres">
      <dgm:prSet presAssocID="{EA7EAC08-1557-4885-B0F3-B322E1B1B19A}" presName="thickLine" presStyleLbl="alignNode1" presStyleIdx="3" presStyleCnt="9"/>
      <dgm:spPr>
        <a:xfrm>
          <a:off x="0" y="1307731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D653D6C4-4F21-2E4E-8854-9589FD5C9CA4}" type="pres">
      <dgm:prSet presAssocID="{EA7EAC08-1557-4885-B0F3-B322E1B1B19A}" presName="horz1" presStyleCnt="0"/>
      <dgm:spPr/>
    </dgm:pt>
    <dgm:pt modelId="{D320ED75-BE2A-C142-8055-DEBACF7F277F}" type="pres">
      <dgm:prSet presAssocID="{EA7EAC08-1557-4885-B0F3-B322E1B1B19A}" presName="tx1" presStyleLbl="revTx" presStyleIdx="3" presStyleCnt="9"/>
      <dgm:spPr/>
    </dgm:pt>
    <dgm:pt modelId="{8C8EFC7D-90D9-0E43-9947-E8593681E960}" type="pres">
      <dgm:prSet presAssocID="{EA7EAC08-1557-4885-B0F3-B322E1B1B19A}" presName="vert1" presStyleCnt="0"/>
      <dgm:spPr/>
    </dgm:pt>
    <dgm:pt modelId="{EFFF20CE-F13D-E745-A03C-2F908A6C1D39}" type="pres">
      <dgm:prSet presAssocID="{DEA2DB98-5929-4A87-A86F-7242D33D9E77}" presName="thickLine" presStyleLbl="alignNode1" presStyleIdx="4" presStyleCnt="9"/>
      <dgm:spPr>
        <a:xfrm>
          <a:off x="0" y="1743482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6ABBF772-DDAA-DD48-84B5-37D11929B1F2}" type="pres">
      <dgm:prSet presAssocID="{DEA2DB98-5929-4A87-A86F-7242D33D9E77}" presName="horz1" presStyleCnt="0"/>
      <dgm:spPr/>
    </dgm:pt>
    <dgm:pt modelId="{432EE7A4-2414-7641-8C4D-9A0473A05A6D}" type="pres">
      <dgm:prSet presAssocID="{DEA2DB98-5929-4A87-A86F-7242D33D9E77}" presName="tx1" presStyleLbl="revTx" presStyleIdx="4" presStyleCnt="9"/>
      <dgm:spPr/>
    </dgm:pt>
    <dgm:pt modelId="{E67C3C5B-2560-8C43-B6DA-88A93FA3D446}" type="pres">
      <dgm:prSet presAssocID="{DEA2DB98-5929-4A87-A86F-7242D33D9E77}" presName="vert1" presStyleCnt="0"/>
      <dgm:spPr/>
    </dgm:pt>
    <dgm:pt modelId="{AF7380A0-1899-D948-B7D4-C8DF71869970}" type="pres">
      <dgm:prSet presAssocID="{7D6F4D3A-9B5E-4C1E-AA71-236781F94606}" presName="thickLine" presStyleLbl="alignNode1" presStyleIdx="5" presStyleCnt="9"/>
      <dgm:spPr>
        <a:xfrm>
          <a:off x="0" y="2179232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D8F1F6E1-DB45-B347-BC59-B138747EA3F4}" type="pres">
      <dgm:prSet presAssocID="{7D6F4D3A-9B5E-4C1E-AA71-236781F94606}" presName="horz1" presStyleCnt="0"/>
      <dgm:spPr/>
    </dgm:pt>
    <dgm:pt modelId="{C8B8B60B-E040-F147-BAC3-A08FD7A26D53}" type="pres">
      <dgm:prSet presAssocID="{7D6F4D3A-9B5E-4C1E-AA71-236781F94606}" presName="tx1" presStyleLbl="revTx" presStyleIdx="5" presStyleCnt="9"/>
      <dgm:spPr/>
    </dgm:pt>
    <dgm:pt modelId="{5DCE4383-37E6-4244-AE14-982D0614FACB}" type="pres">
      <dgm:prSet presAssocID="{7D6F4D3A-9B5E-4C1E-AA71-236781F94606}" presName="vert1" presStyleCnt="0"/>
      <dgm:spPr/>
    </dgm:pt>
    <dgm:pt modelId="{BA0F1D8F-3AA9-B744-9C0E-AEC11A2340CB}" type="pres">
      <dgm:prSet presAssocID="{E5215286-5E98-4781-BB23-EE0FB01A1A39}" presName="thickLine" presStyleLbl="alignNode1" presStyleIdx="6" presStyleCnt="9"/>
      <dgm:spPr>
        <a:xfrm>
          <a:off x="0" y="2614983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CAC78B0A-E28D-144C-9915-D64ACC12595F}" type="pres">
      <dgm:prSet presAssocID="{E5215286-5E98-4781-BB23-EE0FB01A1A39}" presName="horz1" presStyleCnt="0"/>
      <dgm:spPr/>
    </dgm:pt>
    <dgm:pt modelId="{87F0E883-D89B-DE47-B7BF-ABDF853392AC}" type="pres">
      <dgm:prSet presAssocID="{E5215286-5E98-4781-BB23-EE0FB01A1A39}" presName="tx1" presStyleLbl="revTx" presStyleIdx="6" presStyleCnt="9"/>
      <dgm:spPr/>
    </dgm:pt>
    <dgm:pt modelId="{D9459060-C290-B842-82F2-D841341296B9}" type="pres">
      <dgm:prSet presAssocID="{E5215286-5E98-4781-BB23-EE0FB01A1A39}" presName="vert1" presStyleCnt="0"/>
      <dgm:spPr/>
    </dgm:pt>
    <dgm:pt modelId="{CB23838F-5837-EB44-AF70-03E5B0BB4BFC}" type="pres">
      <dgm:prSet presAssocID="{F4A3176A-70ED-41D0-8E86-C63BD22EC40E}" presName="thickLine" presStyleLbl="alignNode1" presStyleIdx="7" presStyleCnt="9"/>
      <dgm:spPr>
        <a:xfrm>
          <a:off x="0" y="3050734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41B5E878-3DAE-9444-B1F7-92345FAC543E}" type="pres">
      <dgm:prSet presAssocID="{F4A3176A-70ED-41D0-8E86-C63BD22EC40E}" presName="horz1" presStyleCnt="0"/>
      <dgm:spPr/>
    </dgm:pt>
    <dgm:pt modelId="{9AC6782E-AF27-9E4F-A971-905354C35B06}" type="pres">
      <dgm:prSet presAssocID="{F4A3176A-70ED-41D0-8E86-C63BD22EC40E}" presName="tx1" presStyleLbl="revTx" presStyleIdx="7" presStyleCnt="9"/>
      <dgm:spPr/>
    </dgm:pt>
    <dgm:pt modelId="{C7EB00C5-B781-5448-9D4C-FD7938C03233}" type="pres">
      <dgm:prSet presAssocID="{F4A3176A-70ED-41D0-8E86-C63BD22EC40E}" presName="vert1" presStyleCnt="0"/>
      <dgm:spPr/>
    </dgm:pt>
    <dgm:pt modelId="{BBEC1144-58E6-B74E-8E85-E0A0DF02D498}" type="pres">
      <dgm:prSet presAssocID="{085E1789-B8A6-44C1-B54F-FF959CAD4655}" presName="thickLine" presStyleLbl="alignNode1" presStyleIdx="8" presStyleCnt="9"/>
      <dgm:spPr>
        <a:xfrm>
          <a:off x="0" y="3486485"/>
          <a:ext cx="792480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1FDF710D-8C78-484A-AF6A-C5C31DE1A621}" type="pres">
      <dgm:prSet presAssocID="{085E1789-B8A6-44C1-B54F-FF959CAD4655}" presName="horz1" presStyleCnt="0"/>
      <dgm:spPr/>
    </dgm:pt>
    <dgm:pt modelId="{085CBD53-400B-2D4E-BE16-7D101A28B2A6}" type="pres">
      <dgm:prSet presAssocID="{085E1789-B8A6-44C1-B54F-FF959CAD4655}" presName="tx1" presStyleLbl="revTx" presStyleIdx="8" presStyleCnt="9"/>
      <dgm:spPr/>
    </dgm:pt>
    <dgm:pt modelId="{05FA231C-7B9E-4C43-8AD1-0AB3D88B7390}" type="pres">
      <dgm:prSet presAssocID="{085E1789-B8A6-44C1-B54F-FF959CAD4655}" presName="vert1" presStyleCnt="0"/>
      <dgm:spPr/>
    </dgm:pt>
  </dgm:ptLst>
  <dgm:cxnLst>
    <dgm:cxn modelId="{B329960E-B16B-F648-A9C3-FF0C20722347}" type="presOf" srcId="{E11AA97E-A99C-4C13-9ACB-F26D3D0C5F2B}" destId="{583765F0-18D4-B64B-B2D8-2F7B8238FD83}" srcOrd="0" destOrd="0" presId="urn:microsoft.com/office/officeart/2008/layout/LinedList"/>
    <dgm:cxn modelId="{F8E93526-0D38-8A46-8C7B-DC0E513E5BA5}" type="presOf" srcId="{EA7EAC08-1557-4885-B0F3-B322E1B1B19A}" destId="{D320ED75-BE2A-C142-8055-DEBACF7F277F}" srcOrd="0" destOrd="0" presId="urn:microsoft.com/office/officeart/2008/layout/LinedList"/>
    <dgm:cxn modelId="{F9989F2B-AEEE-4734-A2DB-ADB6D14C5FEF}" srcId="{4FEC1129-4A8F-4183-B775-84882B2672BB}" destId="{7D6F4D3A-9B5E-4C1E-AA71-236781F94606}" srcOrd="5" destOrd="0" parTransId="{04B71860-D8C2-450E-9F22-055653BF9014}" sibTransId="{FAC2A9F0-75F7-46AF-966E-73F4BCB673CA}"/>
    <dgm:cxn modelId="{4F2E393C-685B-DE4A-A118-07BD001AE486}" type="presOf" srcId="{7D6F4D3A-9B5E-4C1E-AA71-236781F94606}" destId="{C8B8B60B-E040-F147-BAC3-A08FD7A26D53}" srcOrd="0" destOrd="0" presId="urn:microsoft.com/office/officeart/2008/layout/LinedList"/>
    <dgm:cxn modelId="{A4F18A3C-6ACB-744A-9376-7E2BD37F873E}" type="presOf" srcId="{F4A3176A-70ED-41D0-8E86-C63BD22EC40E}" destId="{9AC6782E-AF27-9E4F-A971-905354C35B06}" srcOrd="0" destOrd="0" presId="urn:microsoft.com/office/officeart/2008/layout/LinedList"/>
    <dgm:cxn modelId="{E9204062-9FE0-4B46-92A9-FBB71252D97E}" srcId="{4FEC1129-4A8F-4183-B775-84882B2672BB}" destId="{F11F3076-D5C5-4FEC-AD06-CDDA0A24DF56}" srcOrd="0" destOrd="0" parTransId="{08E20753-E100-428F-AA12-98BFEDCD1543}" sibTransId="{90D208A4-3529-4E57-BA3A-6C13AE85AD40}"/>
    <dgm:cxn modelId="{30A4C942-B81B-4211-BC49-15BBBB5A26B2}" srcId="{4FEC1129-4A8F-4183-B775-84882B2672BB}" destId="{EA7EAC08-1557-4885-B0F3-B322E1B1B19A}" srcOrd="3" destOrd="0" parTransId="{84A406F5-43C2-41E8-B3EB-67D750E9E615}" sibTransId="{1AEE70BE-8B68-4B88-A91C-4E4B6E89189C}"/>
    <dgm:cxn modelId="{A5AA2252-A153-2F4B-99C6-C945B3F8A42B}" type="presOf" srcId="{F11F3076-D5C5-4FEC-AD06-CDDA0A24DF56}" destId="{94D4F2F3-8A06-484B-B136-C07C19BCE075}" srcOrd="0" destOrd="0" presId="urn:microsoft.com/office/officeart/2008/layout/LinedList"/>
    <dgm:cxn modelId="{DF067C74-AFEE-43A7-BB55-280B056C3D2A}" srcId="{4FEC1129-4A8F-4183-B775-84882B2672BB}" destId="{AEDE49BC-4970-4965-AC45-8C86015F2CB7}" srcOrd="2" destOrd="0" parTransId="{FD531746-C74D-4B2D-A1C6-2EDAD835A6F4}" sibTransId="{FEDFBCA9-4552-4ECA-9CB1-44F75054978B}"/>
    <dgm:cxn modelId="{9436F47A-DFC6-3A49-8902-A81874D81904}" type="presOf" srcId="{DEA2DB98-5929-4A87-A86F-7242D33D9E77}" destId="{432EE7A4-2414-7641-8C4D-9A0473A05A6D}" srcOrd="0" destOrd="0" presId="urn:microsoft.com/office/officeart/2008/layout/LinedList"/>
    <dgm:cxn modelId="{F96FFA80-6B65-9B45-AB4A-41A5B0EFB705}" type="presOf" srcId="{085E1789-B8A6-44C1-B54F-FF959CAD4655}" destId="{085CBD53-400B-2D4E-BE16-7D101A28B2A6}" srcOrd="0" destOrd="0" presId="urn:microsoft.com/office/officeart/2008/layout/LinedList"/>
    <dgm:cxn modelId="{4903D399-C992-C14E-B8DB-D71A0EC6662D}" type="presOf" srcId="{E5215286-5E98-4781-BB23-EE0FB01A1A39}" destId="{87F0E883-D89B-DE47-B7BF-ABDF853392AC}" srcOrd="0" destOrd="0" presId="urn:microsoft.com/office/officeart/2008/layout/LinedList"/>
    <dgm:cxn modelId="{23975DA6-E601-4A58-B7F5-4430B74CC48C}" srcId="{4FEC1129-4A8F-4183-B775-84882B2672BB}" destId="{E5215286-5E98-4781-BB23-EE0FB01A1A39}" srcOrd="6" destOrd="0" parTransId="{30B1570D-7C40-4B25-8F75-F40E6D39A118}" sibTransId="{DB1E1673-44DD-4CE9-ABBA-CBC92383245A}"/>
    <dgm:cxn modelId="{AFA88AAB-6FF7-4A6E-A4C8-3B72143196F9}" srcId="{4FEC1129-4A8F-4183-B775-84882B2672BB}" destId="{DEA2DB98-5929-4A87-A86F-7242D33D9E77}" srcOrd="4" destOrd="0" parTransId="{F331A698-6C8D-4DD8-AA9A-2F9195416ECE}" sibTransId="{3DFA5215-FBCC-438B-A3EB-A080F2E4B409}"/>
    <dgm:cxn modelId="{266E01B4-3576-0947-8E8D-03C624BDEA15}" type="presOf" srcId="{4FEC1129-4A8F-4183-B775-84882B2672BB}" destId="{F4E031C0-B161-FE44-855A-0E984FD80C51}" srcOrd="0" destOrd="0" presId="urn:microsoft.com/office/officeart/2008/layout/LinedList"/>
    <dgm:cxn modelId="{8D31B1C4-CB44-49F7-9240-BBC8C144B0F6}" srcId="{4FEC1129-4A8F-4183-B775-84882B2672BB}" destId="{E11AA97E-A99C-4C13-9ACB-F26D3D0C5F2B}" srcOrd="1" destOrd="0" parTransId="{33A333F0-0DEF-447A-B35B-116DEBF40572}" sibTransId="{90216543-1C3E-4347-ACAB-8FE7F551F61B}"/>
    <dgm:cxn modelId="{6FF12FDE-A685-4998-A75A-7AE6E0CDE604}" srcId="{4FEC1129-4A8F-4183-B775-84882B2672BB}" destId="{085E1789-B8A6-44C1-B54F-FF959CAD4655}" srcOrd="8" destOrd="0" parTransId="{6DD0B0F3-ADC2-4DCB-B517-060D2547147F}" sibTransId="{1F3DADB2-F4C3-4435-816E-13CA98E7F20A}"/>
    <dgm:cxn modelId="{ABC7DAE0-58AB-485E-A7CF-BECA68F97593}" srcId="{4FEC1129-4A8F-4183-B775-84882B2672BB}" destId="{F4A3176A-70ED-41D0-8E86-C63BD22EC40E}" srcOrd="7" destOrd="0" parTransId="{94307810-FE90-4A03-AE88-B6F92EE197B3}" sibTransId="{278C91BC-C186-4A97-9DEC-F6BA0ED2134B}"/>
    <dgm:cxn modelId="{81F642F1-D141-4345-88A8-CA4B105E6E30}" type="presOf" srcId="{AEDE49BC-4970-4965-AC45-8C86015F2CB7}" destId="{74D706D9-C8CB-B741-B9B8-932487C73630}" srcOrd="0" destOrd="0" presId="urn:microsoft.com/office/officeart/2008/layout/LinedList"/>
    <dgm:cxn modelId="{3C07788F-AB56-2640-B967-73DA85D51E9C}" type="presParOf" srcId="{F4E031C0-B161-FE44-855A-0E984FD80C51}" destId="{EE9D1212-67B9-974E-A56D-5E7D4E2C24DD}" srcOrd="0" destOrd="0" presId="urn:microsoft.com/office/officeart/2008/layout/LinedList"/>
    <dgm:cxn modelId="{30282161-9302-AA42-AA7B-D1907092212D}" type="presParOf" srcId="{F4E031C0-B161-FE44-855A-0E984FD80C51}" destId="{A8B247CA-19B9-794E-BACE-F4518E64DE20}" srcOrd="1" destOrd="0" presId="urn:microsoft.com/office/officeart/2008/layout/LinedList"/>
    <dgm:cxn modelId="{1059918A-6CA7-C54E-81AF-D3F712A214FF}" type="presParOf" srcId="{A8B247CA-19B9-794E-BACE-F4518E64DE20}" destId="{94D4F2F3-8A06-484B-B136-C07C19BCE075}" srcOrd="0" destOrd="0" presId="urn:microsoft.com/office/officeart/2008/layout/LinedList"/>
    <dgm:cxn modelId="{9EB54CEA-D427-6F4F-B311-1A10D1044DB2}" type="presParOf" srcId="{A8B247CA-19B9-794E-BACE-F4518E64DE20}" destId="{9D995431-ABD7-9541-8619-41189B9B4D3A}" srcOrd="1" destOrd="0" presId="urn:microsoft.com/office/officeart/2008/layout/LinedList"/>
    <dgm:cxn modelId="{BFE67C10-21CC-904F-A445-80EC7AAB0F03}" type="presParOf" srcId="{F4E031C0-B161-FE44-855A-0E984FD80C51}" destId="{5C57AFAD-B1F9-6B48-B441-5C8E31B7F8F5}" srcOrd="2" destOrd="0" presId="urn:microsoft.com/office/officeart/2008/layout/LinedList"/>
    <dgm:cxn modelId="{B46766A9-6D52-554A-AF5E-AE018E23C933}" type="presParOf" srcId="{F4E031C0-B161-FE44-855A-0E984FD80C51}" destId="{0E77B267-D7A4-1943-9092-3CF1FB627C6F}" srcOrd="3" destOrd="0" presId="urn:microsoft.com/office/officeart/2008/layout/LinedList"/>
    <dgm:cxn modelId="{1C37B1B5-378E-0447-A9EA-D31A69E1A7AD}" type="presParOf" srcId="{0E77B267-D7A4-1943-9092-3CF1FB627C6F}" destId="{583765F0-18D4-B64B-B2D8-2F7B8238FD83}" srcOrd="0" destOrd="0" presId="urn:microsoft.com/office/officeart/2008/layout/LinedList"/>
    <dgm:cxn modelId="{004A8C50-1598-9A4E-AF88-4993C0EBBE0F}" type="presParOf" srcId="{0E77B267-D7A4-1943-9092-3CF1FB627C6F}" destId="{EF0042E9-F5A9-F349-9D4B-39726143D157}" srcOrd="1" destOrd="0" presId="urn:microsoft.com/office/officeart/2008/layout/LinedList"/>
    <dgm:cxn modelId="{536139B1-E94D-C342-9B09-EF553C23423F}" type="presParOf" srcId="{F4E031C0-B161-FE44-855A-0E984FD80C51}" destId="{62A41D02-687C-404D-B6E8-276195A0510D}" srcOrd="4" destOrd="0" presId="urn:microsoft.com/office/officeart/2008/layout/LinedList"/>
    <dgm:cxn modelId="{C1B8A500-BBD9-AE4D-9F17-F89E91AEF646}" type="presParOf" srcId="{F4E031C0-B161-FE44-855A-0E984FD80C51}" destId="{AD6C2304-0026-FD4D-80A3-5F381BBBE043}" srcOrd="5" destOrd="0" presId="urn:microsoft.com/office/officeart/2008/layout/LinedList"/>
    <dgm:cxn modelId="{0A555B03-7FDD-A849-A9D6-088B9BFE2C18}" type="presParOf" srcId="{AD6C2304-0026-FD4D-80A3-5F381BBBE043}" destId="{74D706D9-C8CB-B741-B9B8-932487C73630}" srcOrd="0" destOrd="0" presId="urn:microsoft.com/office/officeart/2008/layout/LinedList"/>
    <dgm:cxn modelId="{25FC27BA-7863-C943-B14F-20BDD7439C18}" type="presParOf" srcId="{AD6C2304-0026-FD4D-80A3-5F381BBBE043}" destId="{63B160E3-1E6A-D447-9EE8-5EC5B5BEB982}" srcOrd="1" destOrd="0" presId="urn:microsoft.com/office/officeart/2008/layout/LinedList"/>
    <dgm:cxn modelId="{7137F158-745A-3344-A8D5-0F8C751D3ED7}" type="presParOf" srcId="{F4E031C0-B161-FE44-855A-0E984FD80C51}" destId="{567B5641-38C0-F14D-B7BB-7E60EFFB798D}" srcOrd="6" destOrd="0" presId="urn:microsoft.com/office/officeart/2008/layout/LinedList"/>
    <dgm:cxn modelId="{F75BBC49-DEE9-0E45-904B-B3BFFC8AF367}" type="presParOf" srcId="{F4E031C0-B161-FE44-855A-0E984FD80C51}" destId="{D653D6C4-4F21-2E4E-8854-9589FD5C9CA4}" srcOrd="7" destOrd="0" presId="urn:microsoft.com/office/officeart/2008/layout/LinedList"/>
    <dgm:cxn modelId="{5B1B8937-3DCB-5340-BA1E-164234B9A795}" type="presParOf" srcId="{D653D6C4-4F21-2E4E-8854-9589FD5C9CA4}" destId="{D320ED75-BE2A-C142-8055-DEBACF7F277F}" srcOrd="0" destOrd="0" presId="urn:microsoft.com/office/officeart/2008/layout/LinedList"/>
    <dgm:cxn modelId="{CCA912A1-880B-4D46-A6D4-A4916607FEA4}" type="presParOf" srcId="{D653D6C4-4F21-2E4E-8854-9589FD5C9CA4}" destId="{8C8EFC7D-90D9-0E43-9947-E8593681E960}" srcOrd="1" destOrd="0" presId="urn:microsoft.com/office/officeart/2008/layout/LinedList"/>
    <dgm:cxn modelId="{8D7CEE17-3789-9345-B7F9-FAC887A33F4E}" type="presParOf" srcId="{F4E031C0-B161-FE44-855A-0E984FD80C51}" destId="{EFFF20CE-F13D-E745-A03C-2F908A6C1D39}" srcOrd="8" destOrd="0" presId="urn:microsoft.com/office/officeart/2008/layout/LinedList"/>
    <dgm:cxn modelId="{3EBAD370-4324-B941-B32F-4FFB744DB0D8}" type="presParOf" srcId="{F4E031C0-B161-FE44-855A-0E984FD80C51}" destId="{6ABBF772-DDAA-DD48-84B5-37D11929B1F2}" srcOrd="9" destOrd="0" presId="urn:microsoft.com/office/officeart/2008/layout/LinedList"/>
    <dgm:cxn modelId="{F42CF3B2-BEDF-DA49-A20B-DF9B9E01A17E}" type="presParOf" srcId="{6ABBF772-DDAA-DD48-84B5-37D11929B1F2}" destId="{432EE7A4-2414-7641-8C4D-9A0473A05A6D}" srcOrd="0" destOrd="0" presId="urn:microsoft.com/office/officeart/2008/layout/LinedList"/>
    <dgm:cxn modelId="{0C16601C-C3AE-314D-8E6F-4BC82B7EE17F}" type="presParOf" srcId="{6ABBF772-DDAA-DD48-84B5-37D11929B1F2}" destId="{E67C3C5B-2560-8C43-B6DA-88A93FA3D446}" srcOrd="1" destOrd="0" presId="urn:microsoft.com/office/officeart/2008/layout/LinedList"/>
    <dgm:cxn modelId="{3DAC1C0A-707F-ED48-83A8-E5715062A3A1}" type="presParOf" srcId="{F4E031C0-B161-FE44-855A-0E984FD80C51}" destId="{AF7380A0-1899-D948-B7D4-C8DF71869970}" srcOrd="10" destOrd="0" presId="urn:microsoft.com/office/officeart/2008/layout/LinedList"/>
    <dgm:cxn modelId="{378EF099-4541-AC43-B8AD-2AFA2D87048F}" type="presParOf" srcId="{F4E031C0-B161-FE44-855A-0E984FD80C51}" destId="{D8F1F6E1-DB45-B347-BC59-B138747EA3F4}" srcOrd="11" destOrd="0" presId="urn:microsoft.com/office/officeart/2008/layout/LinedList"/>
    <dgm:cxn modelId="{CD927A7E-F6FD-0E47-AFB1-97561D3DC2AC}" type="presParOf" srcId="{D8F1F6E1-DB45-B347-BC59-B138747EA3F4}" destId="{C8B8B60B-E040-F147-BAC3-A08FD7A26D53}" srcOrd="0" destOrd="0" presId="urn:microsoft.com/office/officeart/2008/layout/LinedList"/>
    <dgm:cxn modelId="{1C8329AC-DC62-1943-93E0-3ABCAB8C1D28}" type="presParOf" srcId="{D8F1F6E1-DB45-B347-BC59-B138747EA3F4}" destId="{5DCE4383-37E6-4244-AE14-982D0614FACB}" srcOrd="1" destOrd="0" presId="urn:microsoft.com/office/officeart/2008/layout/LinedList"/>
    <dgm:cxn modelId="{DB7B3489-150B-054A-B5D0-E3EDEA8A2749}" type="presParOf" srcId="{F4E031C0-B161-FE44-855A-0E984FD80C51}" destId="{BA0F1D8F-3AA9-B744-9C0E-AEC11A2340CB}" srcOrd="12" destOrd="0" presId="urn:microsoft.com/office/officeart/2008/layout/LinedList"/>
    <dgm:cxn modelId="{3FD6B5B7-E95D-F84B-B493-3315191B8A21}" type="presParOf" srcId="{F4E031C0-B161-FE44-855A-0E984FD80C51}" destId="{CAC78B0A-E28D-144C-9915-D64ACC12595F}" srcOrd="13" destOrd="0" presId="urn:microsoft.com/office/officeart/2008/layout/LinedList"/>
    <dgm:cxn modelId="{6D4D38BA-C548-8440-AD49-FF868E02C41F}" type="presParOf" srcId="{CAC78B0A-E28D-144C-9915-D64ACC12595F}" destId="{87F0E883-D89B-DE47-B7BF-ABDF853392AC}" srcOrd="0" destOrd="0" presId="urn:microsoft.com/office/officeart/2008/layout/LinedList"/>
    <dgm:cxn modelId="{E5529407-6F5B-4741-8D16-8E5B7D70B01E}" type="presParOf" srcId="{CAC78B0A-E28D-144C-9915-D64ACC12595F}" destId="{D9459060-C290-B842-82F2-D841341296B9}" srcOrd="1" destOrd="0" presId="urn:microsoft.com/office/officeart/2008/layout/LinedList"/>
    <dgm:cxn modelId="{02387BDE-6749-2143-A803-E3BBF0A9A83E}" type="presParOf" srcId="{F4E031C0-B161-FE44-855A-0E984FD80C51}" destId="{CB23838F-5837-EB44-AF70-03E5B0BB4BFC}" srcOrd="14" destOrd="0" presId="urn:microsoft.com/office/officeart/2008/layout/LinedList"/>
    <dgm:cxn modelId="{D567A65A-CEEF-444F-98F5-2E5A7B656BCF}" type="presParOf" srcId="{F4E031C0-B161-FE44-855A-0E984FD80C51}" destId="{41B5E878-3DAE-9444-B1F7-92345FAC543E}" srcOrd="15" destOrd="0" presId="urn:microsoft.com/office/officeart/2008/layout/LinedList"/>
    <dgm:cxn modelId="{7BC1017B-2831-5448-B96C-BF794D3693B0}" type="presParOf" srcId="{41B5E878-3DAE-9444-B1F7-92345FAC543E}" destId="{9AC6782E-AF27-9E4F-A971-905354C35B06}" srcOrd="0" destOrd="0" presId="urn:microsoft.com/office/officeart/2008/layout/LinedList"/>
    <dgm:cxn modelId="{5FA30E62-E685-AD42-83F7-1B85C1FF045A}" type="presParOf" srcId="{41B5E878-3DAE-9444-B1F7-92345FAC543E}" destId="{C7EB00C5-B781-5448-9D4C-FD7938C03233}" srcOrd="1" destOrd="0" presId="urn:microsoft.com/office/officeart/2008/layout/LinedList"/>
    <dgm:cxn modelId="{391DEE72-3F18-C347-A21C-56CEA53D7CFB}" type="presParOf" srcId="{F4E031C0-B161-FE44-855A-0E984FD80C51}" destId="{BBEC1144-58E6-B74E-8E85-E0A0DF02D498}" srcOrd="16" destOrd="0" presId="urn:microsoft.com/office/officeart/2008/layout/LinedList"/>
    <dgm:cxn modelId="{4A28F701-9FED-A94B-9A38-2890428EE5B2}" type="presParOf" srcId="{F4E031C0-B161-FE44-855A-0E984FD80C51}" destId="{1FDF710D-8C78-484A-AF6A-C5C31DE1A621}" srcOrd="17" destOrd="0" presId="urn:microsoft.com/office/officeart/2008/layout/LinedList"/>
    <dgm:cxn modelId="{C86EA370-7B6C-7C42-AFAA-B8CE769B4465}" type="presParOf" srcId="{1FDF710D-8C78-484A-AF6A-C5C31DE1A621}" destId="{085CBD53-400B-2D4E-BE16-7D101A28B2A6}" srcOrd="0" destOrd="0" presId="urn:microsoft.com/office/officeart/2008/layout/LinedList"/>
    <dgm:cxn modelId="{5F007DC6-F309-9A48-987E-CB5348BCB506}" type="presParOf" srcId="{1FDF710D-8C78-484A-AF6A-C5C31DE1A621}" destId="{05FA231C-7B9E-4C43-8AD1-0AB3D88B739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9D1212-67B9-974E-A56D-5E7D4E2C24DD}">
      <dsp:nvSpPr>
        <dsp:cNvPr id="0" name=""/>
        <dsp:cNvSpPr/>
      </dsp:nvSpPr>
      <dsp:spPr>
        <a:xfrm>
          <a:off x="0" y="0"/>
          <a:ext cx="1081391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D4F2F3-8A06-484B-B136-C07C19BCE075}">
      <dsp:nvSpPr>
        <dsp:cNvPr id="0" name=""/>
        <dsp:cNvSpPr/>
      </dsp:nvSpPr>
      <dsp:spPr>
        <a:xfrm>
          <a:off x="0" y="0"/>
          <a:ext cx="10813910" cy="628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CONTENIDO DE ESTE CAPÍTULO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0"/>
        <a:ext cx="10813910" cy="628524"/>
      </dsp:txXfrm>
    </dsp:sp>
    <dsp:sp modelId="{5C57AFAD-B1F9-6B48-B441-5C8E31B7F8F5}">
      <dsp:nvSpPr>
        <dsp:cNvPr id="0" name=""/>
        <dsp:cNvSpPr/>
      </dsp:nvSpPr>
      <dsp:spPr>
        <a:xfrm>
          <a:off x="0" y="628524"/>
          <a:ext cx="1081391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3765F0-18D4-B64B-B2D8-2F7B8238FD83}">
      <dsp:nvSpPr>
        <dsp:cNvPr id="0" name=""/>
        <dsp:cNvSpPr/>
      </dsp:nvSpPr>
      <dsp:spPr>
        <a:xfrm>
          <a:off x="0" y="628524"/>
          <a:ext cx="10813910" cy="628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1. GENERALIDADES DE GENES Y PROTEÍNAS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628524"/>
        <a:ext cx="10813910" cy="628524"/>
      </dsp:txXfrm>
    </dsp:sp>
    <dsp:sp modelId="{7AF149FF-DF1E-42E1-941D-D7573BCCC516}">
      <dsp:nvSpPr>
        <dsp:cNvPr id="0" name=""/>
        <dsp:cNvSpPr/>
      </dsp:nvSpPr>
      <dsp:spPr>
        <a:xfrm>
          <a:off x="0" y="1257049"/>
          <a:ext cx="1081391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1D1E40-8E05-4BDF-BD85-4433BBAA1D6E}">
      <dsp:nvSpPr>
        <dsp:cNvPr id="0" name=""/>
        <dsp:cNvSpPr/>
      </dsp:nvSpPr>
      <dsp:spPr>
        <a:xfrm>
          <a:off x="0" y="1257049"/>
          <a:ext cx="10813910" cy="628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2. TRASCRIPCIÓN 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1257049"/>
        <a:ext cx="10813910" cy="628524"/>
      </dsp:txXfrm>
    </dsp:sp>
    <dsp:sp modelId="{62A41D02-687C-404D-B6E8-276195A0510D}">
      <dsp:nvSpPr>
        <dsp:cNvPr id="0" name=""/>
        <dsp:cNvSpPr/>
      </dsp:nvSpPr>
      <dsp:spPr>
        <a:xfrm>
          <a:off x="0" y="1885573"/>
          <a:ext cx="1081391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4D706D9-C8CB-B741-B9B8-932487C73630}">
      <dsp:nvSpPr>
        <dsp:cNvPr id="0" name=""/>
        <dsp:cNvSpPr/>
      </dsp:nvSpPr>
      <dsp:spPr>
        <a:xfrm>
          <a:off x="0" y="1885573"/>
          <a:ext cx="10813910" cy="628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2. PROCESAMIENTO DEL ARN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1885573"/>
        <a:ext cx="10813910" cy="628524"/>
      </dsp:txXfrm>
    </dsp:sp>
    <dsp:sp modelId="{13C38163-6DE7-4570-A8DF-249B260830B4}">
      <dsp:nvSpPr>
        <dsp:cNvPr id="0" name=""/>
        <dsp:cNvSpPr/>
      </dsp:nvSpPr>
      <dsp:spPr>
        <a:xfrm>
          <a:off x="0" y="2514098"/>
          <a:ext cx="1081391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8BE887-8120-4A37-B725-F0DC866D98C3}">
      <dsp:nvSpPr>
        <dsp:cNvPr id="0" name=""/>
        <dsp:cNvSpPr/>
      </dsp:nvSpPr>
      <dsp:spPr>
        <a:xfrm>
          <a:off x="0" y="2514098"/>
          <a:ext cx="10813910" cy="628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3. TRADUCCIÓN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2514098"/>
        <a:ext cx="10813910" cy="628524"/>
      </dsp:txXfrm>
    </dsp:sp>
    <dsp:sp modelId="{D886438D-0486-4739-A3AE-E0C7C29E656F}">
      <dsp:nvSpPr>
        <dsp:cNvPr id="0" name=""/>
        <dsp:cNvSpPr/>
      </dsp:nvSpPr>
      <dsp:spPr>
        <a:xfrm>
          <a:off x="0" y="3142623"/>
          <a:ext cx="1081391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5C2E390-7FAB-4D7F-A177-F54C31FC03C1}">
      <dsp:nvSpPr>
        <dsp:cNvPr id="0" name=""/>
        <dsp:cNvSpPr/>
      </dsp:nvSpPr>
      <dsp:spPr>
        <a:xfrm>
          <a:off x="0" y="3142623"/>
          <a:ext cx="10813910" cy="628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DESTINO, PLEGAMIENTO Y DEGRADACIÓN DE PROTEÍNAS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3142623"/>
        <a:ext cx="10813910" cy="628524"/>
      </dsp:txXfrm>
    </dsp:sp>
    <dsp:sp modelId="{567B5641-38C0-F14D-B7BB-7E60EFFB798D}">
      <dsp:nvSpPr>
        <dsp:cNvPr id="0" name=""/>
        <dsp:cNvSpPr/>
      </dsp:nvSpPr>
      <dsp:spPr>
        <a:xfrm>
          <a:off x="0" y="3771147"/>
          <a:ext cx="1081391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20ED75-BE2A-C142-8055-DEBACF7F277F}">
      <dsp:nvSpPr>
        <dsp:cNvPr id="0" name=""/>
        <dsp:cNvSpPr/>
      </dsp:nvSpPr>
      <dsp:spPr>
        <a:xfrm>
          <a:off x="0" y="3771147"/>
          <a:ext cx="10813910" cy="628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COMPETENCIAS ESPECÍFICAS.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3771147"/>
        <a:ext cx="10813910" cy="628524"/>
      </dsp:txXfrm>
    </dsp:sp>
    <dsp:sp modelId="{EFFF20CE-F13D-E745-A03C-2F908A6C1D39}">
      <dsp:nvSpPr>
        <dsp:cNvPr id="0" name=""/>
        <dsp:cNvSpPr/>
      </dsp:nvSpPr>
      <dsp:spPr>
        <a:xfrm>
          <a:off x="0" y="4399672"/>
          <a:ext cx="10813910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2EE7A4-2414-7641-8C4D-9A0473A05A6D}">
      <dsp:nvSpPr>
        <dsp:cNvPr id="0" name=""/>
        <dsp:cNvSpPr/>
      </dsp:nvSpPr>
      <dsp:spPr>
        <a:xfrm>
          <a:off x="0" y="4399672"/>
          <a:ext cx="10813910" cy="628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i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Comprender los procesos de transcripción, maduración y traducción del ARN, así como la identificación e importancia de las proteínas en los sistemas vivientes.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4399672"/>
        <a:ext cx="10813910" cy="6285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9D1212-67B9-974E-A56D-5E7D4E2C24DD}">
      <dsp:nvSpPr>
        <dsp:cNvPr id="0" name=""/>
        <dsp:cNvSpPr/>
      </dsp:nvSpPr>
      <dsp:spPr>
        <a:xfrm>
          <a:off x="0" y="644"/>
          <a:ext cx="10763472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D4F2F3-8A06-484B-B136-C07C19BCE075}">
      <dsp:nvSpPr>
        <dsp:cNvPr id="0" name=""/>
        <dsp:cNvSpPr/>
      </dsp:nvSpPr>
      <dsp:spPr>
        <a:xfrm>
          <a:off x="0" y="644"/>
          <a:ext cx="10763472" cy="586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CONTENIDO DE ESTA PRESENTACIÓN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644"/>
        <a:ext cx="10763472" cy="586551"/>
      </dsp:txXfrm>
    </dsp:sp>
    <dsp:sp modelId="{5C57AFAD-B1F9-6B48-B441-5C8E31B7F8F5}">
      <dsp:nvSpPr>
        <dsp:cNvPr id="0" name=""/>
        <dsp:cNvSpPr/>
      </dsp:nvSpPr>
      <dsp:spPr>
        <a:xfrm>
          <a:off x="0" y="587195"/>
          <a:ext cx="10763472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3765F0-18D4-B64B-B2D8-2F7B8238FD83}">
      <dsp:nvSpPr>
        <dsp:cNvPr id="0" name=""/>
        <dsp:cNvSpPr/>
      </dsp:nvSpPr>
      <dsp:spPr>
        <a:xfrm>
          <a:off x="0" y="587195"/>
          <a:ext cx="10763472" cy="586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1. GENERALIDADES DE GENES Y PROTEÍNAS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587195"/>
        <a:ext cx="10763472" cy="586551"/>
      </dsp:txXfrm>
    </dsp:sp>
    <dsp:sp modelId="{62A41D02-687C-404D-B6E8-276195A0510D}">
      <dsp:nvSpPr>
        <dsp:cNvPr id="0" name=""/>
        <dsp:cNvSpPr/>
      </dsp:nvSpPr>
      <dsp:spPr>
        <a:xfrm>
          <a:off x="0" y="1173746"/>
          <a:ext cx="10763472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4D706D9-C8CB-B741-B9B8-932487C73630}">
      <dsp:nvSpPr>
        <dsp:cNvPr id="0" name=""/>
        <dsp:cNvSpPr/>
      </dsp:nvSpPr>
      <dsp:spPr>
        <a:xfrm>
          <a:off x="0" y="1173746"/>
          <a:ext cx="10763472" cy="586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2. TRANSCRIPCIÓN DEL ARN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1173746"/>
        <a:ext cx="10763472" cy="586551"/>
      </dsp:txXfrm>
    </dsp:sp>
    <dsp:sp modelId="{567B5641-38C0-F14D-B7BB-7E60EFFB798D}">
      <dsp:nvSpPr>
        <dsp:cNvPr id="0" name=""/>
        <dsp:cNvSpPr/>
      </dsp:nvSpPr>
      <dsp:spPr>
        <a:xfrm>
          <a:off x="0" y="1760297"/>
          <a:ext cx="10763472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20ED75-BE2A-C142-8055-DEBACF7F277F}">
      <dsp:nvSpPr>
        <dsp:cNvPr id="0" name=""/>
        <dsp:cNvSpPr/>
      </dsp:nvSpPr>
      <dsp:spPr>
        <a:xfrm>
          <a:off x="0" y="1760297"/>
          <a:ext cx="10763472" cy="586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COMPETENCIAS ESPECÍFICAS.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1760297"/>
        <a:ext cx="10763472" cy="586551"/>
      </dsp:txXfrm>
    </dsp:sp>
    <dsp:sp modelId="{EFFF20CE-F13D-E745-A03C-2F908A6C1D39}">
      <dsp:nvSpPr>
        <dsp:cNvPr id="0" name=""/>
        <dsp:cNvSpPr/>
      </dsp:nvSpPr>
      <dsp:spPr>
        <a:xfrm>
          <a:off x="0" y="2346848"/>
          <a:ext cx="10763472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2EE7A4-2414-7641-8C4D-9A0473A05A6D}">
      <dsp:nvSpPr>
        <dsp:cNvPr id="0" name=""/>
        <dsp:cNvSpPr/>
      </dsp:nvSpPr>
      <dsp:spPr>
        <a:xfrm>
          <a:off x="0" y="2346848"/>
          <a:ext cx="10763472" cy="586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i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Comprender los procesos de transcripción, maduración y traducción del ARN, así como la identificación e importancia de las proteínas en los sistemas vivientes.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2346848"/>
        <a:ext cx="10763472" cy="586551"/>
      </dsp:txXfrm>
    </dsp:sp>
    <dsp:sp modelId="{AF7380A0-1899-D948-B7D4-C8DF71869970}">
      <dsp:nvSpPr>
        <dsp:cNvPr id="0" name=""/>
        <dsp:cNvSpPr/>
      </dsp:nvSpPr>
      <dsp:spPr>
        <a:xfrm>
          <a:off x="0" y="2933400"/>
          <a:ext cx="10763472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B8B60B-E040-F147-BAC3-A08FD7A26D53}">
      <dsp:nvSpPr>
        <dsp:cNvPr id="0" name=""/>
        <dsp:cNvSpPr/>
      </dsp:nvSpPr>
      <dsp:spPr>
        <a:xfrm>
          <a:off x="0" y="2933400"/>
          <a:ext cx="10763472" cy="586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Después de estudiar este material, serás capaz de: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2933400"/>
        <a:ext cx="10763472" cy="586551"/>
      </dsp:txXfrm>
    </dsp:sp>
    <dsp:sp modelId="{BA0F1D8F-3AA9-B744-9C0E-AEC11A2340CB}">
      <dsp:nvSpPr>
        <dsp:cNvPr id="0" name=""/>
        <dsp:cNvSpPr/>
      </dsp:nvSpPr>
      <dsp:spPr>
        <a:xfrm>
          <a:off x="0" y="3519951"/>
          <a:ext cx="10763472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F0E883-D89B-DE47-B7BF-ABDF853392AC}">
      <dsp:nvSpPr>
        <dsp:cNvPr id="0" name=""/>
        <dsp:cNvSpPr/>
      </dsp:nvSpPr>
      <dsp:spPr>
        <a:xfrm>
          <a:off x="0" y="3519951"/>
          <a:ext cx="10763472" cy="586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1. Definir gen.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3519951"/>
        <a:ext cx="10763472" cy="586551"/>
      </dsp:txXfrm>
    </dsp:sp>
    <dsp:sp modelId="{CB23838F-5837-EB44-AF70-03E5B0BB4BFC}">
      <dsp:nvSpPr>
        <dsp:cNvPr id="0" name=""/>
        <dsp:cNvSpPr/>
      </dsp:nvSpPr>
      <dsp:spPr>
        <a:xfrm>
          <a:off x="0" y="4106502"/>
          <a:ext cx="10763472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C6782E-AF27-9E4F-A971-905354C35B06}">
      <dsp:nvSpPr>
        <dsp:cNvPr id="0" name=""/>
        <dsp:cNvSpPr/>
      </dsp:nvSpPr>
      <dsp:spPr>
        <a:xfrm>
          <a:off x="0" y="4106502"/>
          <a:ext cx="10763472" cy="586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2. Explicar los principales eventos durante las tres estrategias de transcripción: iniciación, elongación y  terminación.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4106502"/>
        <a:ext cx="10763472" cy="586551"/>
      </dsp:txXfrm>
    </dsp:sp>
    <dsp:sp modelId="{BBEC1144-58E6-B74E-8E85-E0A0DF02D498}">
      <dsp:nvSpPr>
        <dsp:cNvPr id="0" name=""/>
        <dsp:cNvSpPr/>
      </dsp:nvSpPr>
      <dsp:spPr>
        <a:xfrm>
          <a:off x="0" y="4693053"/>
          <a:ext cx="10763472" cy="0"/>
        </a:xfrm>
        <a:prstGeom prst="line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5CBD53-400B-2D4E-BE16-7D101A28B2A6}">
      <dsp:nvSpPr>
        <dsp:cNvPr id="0" name=""/>
        <dsp:cNvSpPr/>
      </dsp:nvSpPr>
      <dsp:spPr>
        <a:xfrm>
          <a:off x="0" y="4693053"/>
          <a:ext cx="10763472" cy="586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7. Transcribir una secuencia de nucleótidos de ADN a ARN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4693053"/>
        <a:ext cx="10763472" cy="5865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5931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preserve="1" userDrawn="1">
  <p:cSld name="1_Diapositiva de títul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5AE9B2B-BDD2-FA48-A185-2A1E6379AA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5948" y="-8971"/>
            <a:ext cx="12223896" cy="687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507897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62E7108-1356-3340-BF60-2F134A68017B}"/>
              </a:ext>
            </a:extLst>
          </p:cNvPr>
          <p:cNvSpPr/>
          <p:nvPr userDrawn="1"/>
        </p:nvSpPr>
        <p:spPr>
          <a:xfrm>
            <a:off x="-13738" y="6522635"/>
            <a:ext cx="12205738" cy="1595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DBD2549-D66F-BD4B-AAC5-C099F0CDA3CF}"/>
              </a:ext>
            </a:extLst>
          </p:cNvPr>
          <p:cNvSpPr/>
          <p:nvPr userDrawn="1"/>
        </p:nvSpPr>
        <p:spPr>
          <a:xfrm>
            <a:off x="-3136" y="6578984"/>
            <a:ext cx="12202880" cy="28466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BF20E5-7303-7D41-8B4B-D1D9F7547698}"/>
              </a:ext>
            </a:extLst>
          </p:cNvPr>
          <p:cNvSpPr/>
          <p:nvPr userDrawn="1"/>
        </p:nvSpPr>
        <p:spPr>
          <a:xfrm>
            <a:off x="-10880" y="0"/>
            <a:ext cx="12202880" cy="130880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Triángulo rectángulo 8">
            <a:extLst>
              <a:ext uri="{FF2B5EF4-FFF2-40B4-BE49-F238E27FC236}">
                <a16:creationId xmlns:a16="http://schemas.microsoft.com/office/drawing/2014/main" id="{68D5DB19-C746-7A4F-BEBF-37C6469CB885}"/>
              </a:ext>
            </a:extLst>
          </p:cNvPr>
          <p:cNvSpPr/>
          <p:nvPr userDrawn="1"/>
        </p:nvSpPr>
        <p:spPr>
          <a:xfrm rot="5400000">
            <a:off x="-13738" y="0"/>
            <a:ext cx="1299411" cy="1299411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Google Shape;22;p10"/>
          <p:cNvSpPr txBox="1"/>
          <p:nvPr/>
        </p:nvSpPr>
        <p:spPr>
          <a:xfrm>
            <a:off x="1708507" y="6522635"/>
            <a:ext cx="85207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UNIVERSIDAD AUTÓNOMA DE NUEVO LEÓN    I    SECRETARÍA DE INNOVACIÓN Y DESARROLLO DIGITAL   I   EDUCACIÓN DIGITAL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8200" y="305080"/>
            <a:ext cx="10750899" cy="68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"/>
              <a:buNone/>
              <a:defRPr b="1" i="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8200" y="1491916"/>
            <a:ext cx="10515600" cy="4685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E2F3"/>
              </a:buClr>
              <a:buSzPts val="3200"/>
              <a:buChar char="•"/>
              <a:defRPr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E2F3"/>
              </a:buClr>
              <a:buSzPts val="2800"/>
              <a:buChar char="•"/>
              <a:defRPr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E2F3"/>
              </a:buClr>
              <a:buSzPts val="2400"/>
              <a:buChar char="•"/>
              <a:defRPr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E2F3"/>
              </a:buClr>
              <a:buSzPts val="2000"/>
              <a:buChar char="•"/>
              <a:defRPr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E2F3"/>
              </a:buClr>
              <a:buSzPts val="2000"/>
              <a:buChar char="•"/>
              <a:defRPr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" name="Franja diagonal 9">
            <a:extLst>
              <a:ext uri="{FF2B5EF4-FFF2-40B4-BE49-F238E27FC236}">
                <a16:creationId xmlns:a16="http://schemas.microsoft.com/office/drawing/2014/main" id="{CAE03C44-681D-6245-9D70-5DEA22DAFB61}"/>
              </a:ext>
            </a:extLst>
          </p:cNvPr>
          <p:cNvSpPr/>
          <p:nvPr userDrawn="1"/>
        </p:nvSpPr>
        <p:spPr>
          <a:xfrm rot="5400000">
            <a:off x="11181347" y="0"/>
            <a:ext cx="1010653" cy="1010653"/>
          </a:xfrm>
          <a:prstGeom prst="diagStrip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>
  <p:cSld name="En blanc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695850F-16F5-7D45-B707-125EC4832F0C}"/>
              </a:ext>
            </a:extLst>
          </p:cNvPr>
          <p:cNvSpPr/>
          <p:nvPr userDrawn="1"/>
        </p:nvSpPr>
        <p:spPr>
          <a:xfrm rot="16200000">
            <a:off x="-3074641" y="3357093"/>
            <a:ext cx="6858001" cy="1438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E07FCE2-BBA4-1E47-B773-5DE0CCB8E454}"/>
              </a:ext>
            </a:extLst>
          </p:cNvPr>
          <p:cNvSpPr/>
          <p:nvPr userDrawn="1"/>
        </p:nvSpPr>
        <p:spPr>
          <a:xfrm>
            <a:off x="-13738" y="-45269"/>
            <a:ext cx="394738" cy="692573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213509" y="121763"/>
            <a:ext cx="10515600" cy="98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491916"/>
            <a:ext cx="10515600" cy="4685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CECE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CECE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CECE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0" r:id="rId2"/>
    <p:sldLayoutId id="2147483655" r:id="rId3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xploringorigins.org/resources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iomoocnews.blogspot.com/2018/02/one-of-most-well-studied-gene.html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gl.wikipedia.org/wiki/Estrutura_das_prote%C3%ADna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DLwfmvwsHmg?feature=oembed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XzVXhemtwmA?feature=oembed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B003C2B-C776-214F-8D1F-F284EC173B1F}"/>
              </a:ext>
            </a:extLst>
          </p:cNvPr>
          <p:cNvSpPr txBox="1"/>
          <p:nvPr/>
        </p:nvSpPr>
        <p:spPr>
          <a:xfrm>
            <a:off x="6679581" y="2459341"/>
            <a:ext cx="5185317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3900" b="1" dirty="0">
                <a:solidFill>
                  <a:schemeClr val="accent2"/>
                </a:solidFill>
              </a:rPr>
              <a:t>BIOLOGÍA CELULAR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B1BB62C-7237-C24F-8898-650F0D5FE51C}"/>
              </a:ext>
            </a:extLst>
          </p:cNvPr>
          <p:cNvSpPr txBox="1"/>
          <p:nvPr/>
        </p:nvSpPr>
        <p:spPr>
          <a:xfrm>
            <a:off x="6679581" y="3078018"/>
            <a:ext cx="518531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3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Primer Ciclo</a:t>
            </a:r>
          </a:p>
        </p:txBody>
      </p:sp>
    </p:spTree>
    <p:extLst>
      <p:ext uri="{BB962C8B-B14F-4D97-AF65-F5344CB8AC3E}">
        <p14:creationId xmlns:p14="http://schemas.microsoft.com/office/powerpoint/2010/main" val="1961899335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0F5AF-7056-C140-BD1D-55D27000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DOGMA CENTRAL DE LA VIDA</a:t>
            </a:r>
            <a:br>
              <a:rPr lang="es-MX" dirty="0"/>
            </a:br>
            <a:r>
              <a:rPr lang="es-MX" dirty="0"/>
              <a:t>DEL ADN A LAS PROTEÍNAS</a:t>
            </a:r>
          </a:p>
        </p:txBody>
      </p:sp>
      <p:pic>
        <p:nvPicPr>
          <p:cNvPr id="4" name="Imagen 3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919F2C3D-B74C-407F-B032-E79CC25CBC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0" y="1253432"/>
            <a:ext cx="12188330" cy="5299488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B6C24A0-CA49-4951-9E20-8EDE34A5D52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509180"/>
            <a:ext cx="6781642" cy="1300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E2F3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E2F3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E2F3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E2F3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E2F3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MX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PROCESOS DE TRANSCRIPCIÓN    </a:t>
            </a:r>
          </a:p>
          <a:p>
            <a:r>
              <a:rPr lang="es-MX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PROCESO DE MADURACIÓN DE ARN</a:t>
            </a:r>
          </a:p>
          <a:p>
            <a:r>
              <a:rPr lang="es-MX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PROCESO DE  TRADUCCIÓN </a:t>
            </a:r>
            <a:endParaRPr lang="es-ES" i="1" u="sng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4 Marcador de contenido">
            <a:extLst>
              <a:ext uri="{FF2B5EF4-FFF2-40B4-BE49-F238E27FC236}">
                <a16:creationId xmlns:a16="http://schemas.microsoft.com/office/drawing/2014/main" id="{52B5DB3D-AC5B-48F0-8AD4-AF753BC876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4925235"/>
              </p:ext>
            </p:extLst>
          </p:nvPr>
        </p:nvGraphicFramePr>
        <p:xfrm>
          <a:off x="891115" y="1228224"/>
          <a:ext cx="10813910" cy="5028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10 Título">
            <a:extLst>
              <a:ext uri="{FF2B5EF4-FFF2-40B4-BE49-F238E27FC236}">
                <a16:creationId xmlns:a16="http://schemas.microsoft.com/office/drawing/2014/main" id="{9373E56D-32F5-45A0-9399-F6FE3AF2EAC1}"/>
              </a:ext>
            </a:extLst>
          </p:cNvPr>
          <p:cNvSpPr txBox="1">
            <a:spLocks/>
          </p:cNvSpPr>
          <p:nvPr/>
        </p:nvSpPr>
        <p:spPr>
          <a:xfrm>
            <a:off x="840183" y="0"/>
            <a:ext cx="9906030" cy="1279417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dirty="0">
                <a:latin typeface="Bauhaus 93" pitchFamily="82" charset="77"/>
              </a:rPr>
              <a:t>DOGMA CENTRAL DE LA VIDA</a:t>
            </a:r>
          </a:p>
        </p:txBody>
      </p:sp>
    </p:spTree>
    <p:extLst>
      <p:ext uri="{BB962C8B-B14F-4D97-AF65-F5344CB8AC3E}">
        <p14:creationId xmlns:p14="http://schemas.microsoft.com/office/powerpoint/2010/main" val="4066595904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4 Marcador de contenido">
            <a:extLst>
              <a:ext uri="{FF2B5EF4-FFF2-40B4-BE49-F238E27FC236}">
                <a16:creationId xmlns:a16="http://schemas.microsoft.com/office/drawing/2014/main" id="{8A430024-1705-4A52-AA97-D8D336DDB8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1507711"/>
              </p:ext>
            </p:extLst>
          </p:nvPr>
        </p:nvGraphicFramePr>
        <p:xfrm>
          <a:off x="856332" y="1310950"/>
          <a:ext cx="10763472" cy="5280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10 Título">
            <a:extLst>
              <a:ext uri="{FF2B5EF4-FFF2-40B4-BE49-F238E27FC236}">
                <a16:creationId xmlns:a16="http://schemas.microsoft.com/office/drawing/2014/main" id="{CC0A7D77-79B0-49D8-8E6B-3CE9EB44AB26}"/>
              </a:ext>
            </a:extLst>
          </p:cNvPr>
          <p:cNvSpPr txBox="1">
            <a:spLocks/>
          </p:cNvSpPr>
          <p:nvPr/>
        </p:nvSpPr>
        <p:spPr>
          <a:xfrm>
            <a:off x="1546036" y="205123"/>
            <a:ext cx="8392048" cy="99812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>
                <a:latin typeface="Bauhaus 93" pitchFamily="82" charset="77"/>
              </a:rPr>
              <a:t>DOGMA CENTRAL DE LA VIDA</a:t>
            </a:r>
            <a:endParaRPr lang="en-US" dirty="0">
              <a:latin typeface="Bauhaus 93" pitchFamily="8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9504886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 Título">
            <a:extLst>
              <a:ext uri="{FF2B5EF4-FFF2-40B4-BE49-F238E27FC236}">
                <a16:creationId xmlns:a16="http://schemas.microsoft.com/office/drawing/2014/main" id="{516C1326-DEA5-4987-9743-6086C23BA720}"/>
              </a:ext>
            </a:extLst>
          </p:cNvPr>
          <p:cNvSpPr txBox="1">
            <a:spLocks/>
          </p:cNvSpPr>
          <p:nvPr/>
        </p:nvSpPr>
        <p:spPr>
          <a:xfrm>
            <a:off x="597784" y="262851"/>
            <a:ext cx="3362848" cy="99812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>
                <a:latin typeface="Bauhaus 93" pitchFamily="82" charset="77"/>
              </a:rPr>
              <a:t>DOGMA CENTRAL DE LA VIDA</a:t>
            </a:r>
            <a:endParaRPr lang="en-US" dirty="0">
              <a:latin typeface="Bauhaus 93" pitchFamily="82" charset="77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BA8E02-FD8D-4D29-940D-04690C2DDB93}"/>
              </a:ext>
            </a:extLst>
          </p:cNvPr>
          <p:cNvSpPr txBox="1">
            <a:spLocks/>
          </p:cNvSpPr>
          <p:nvPr/>
        </p:nvSpPr>
        <p:spPr>
          <a:xfrm>
            <a:off x="1093306" y="1276640"/>
            <a:ext cx="3687440" cy="50775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los genes a las proteínas</a:t>
            </a:r>
            <a:endParaRPr lang="es-ES_tradnl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ES_tradnl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PROCARIOTAS</a:t>
            </a:r>
            <a:endParaRPr lang="es-ES_tradnl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Transcripción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(del gen al 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A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RN mensajero (ARNm))</a:t>
            </a:r>
            <a:endParaRPr lang="es-ES_tradnl" sz="2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Traducción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(del 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A</a:t>
            </a:r>
            <a:r>
              <a:rPr kumimoji="0" lang="es-ES_tradnl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RNm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la proteína)</a:t>
            </a:r>
            <a:endParaRPr lang="es-ES_tradnl" sz="2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ES_tradnl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EUCARIOTAS</a:t>
            </a:r>
            <a:endParaRPr lang="es-ES_tradnl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Transcripción</a:t>
            </a:r>
            <a:endParaRPr lang="es-ES_tradnl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Procesamiento del 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A</a:t>
            </a:r>
            <a:r>
              <a:rPr kumimoji="0" lang="es-ES_tradnl" sz="1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RNm</a:t>
            </a:r>
            <a:endParaRPr lang="es-ES_tradnl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Traducción</a:t>
            </a:r>
            <a:endParaRPr kumimoji="0" lang="es-ES_tradnl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6B1B97-172F-4269-9CE5-937C22961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tretch/>
        </p:blipFill>
        <p:spPr bwMode="auto">
          <a:xfrm>
            <a:off x="4868626" y="501112"/>
            <a:ext cx="6942198" cy="58557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81434601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C6F4D-E318-4FD8-B718-750E0EF98380}"/>
              </a:ext>
            </a:extLst>
          </p:cNvPr>
          <p:cNvSpPr txBox="1">
            <a:spLocks/>
          </p:cNvSpPr>
          <p:nvPr/>
        </p:nvSpPr>
        <p:spPr>
          <a:xfrm>
            <a:off x="2204417" y="175631"/>
            <a:ext cx="7629525" cy="9786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FontTx/>
            </a:pPr>
            <a:r>
              <a:rPr lang="es-ES_tradnl" sz="2400">
                <a:latin typeface="Bauhaus 93"/>
              </a:rPr>
              <a:t>DOGMA CENTRAL DE LA VIDA</a:t>
            </a:r>
            <a:br>
              <a:rPr lang="es-ES_tradnl" sz="2400">
                <a:latin typeface="Bauhaus 93" pitchFamily="82" charset="77"/>
              </a:rPr>
            </a:br>
            <a:r>
              <a:rPr lang="es-ES_tradnl" sz="2400">
                <a:latin typeface="Bauhaus 93"/>
              </a:rPr>
              <a:t>PROCARIOTAS              VS.                 EUCARIOTAS   </a:t>
            </a:r>
            <a:endParaRPr lang="es-ES_tradnl" sz="2400" dirty="0">
              <a:latin typeface="Bauhaus 93" pitchFamily="82" charset="77"/>
            </a:endParaRP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9193BE8E-1C37-4289-B31C-AE621AD4688F}"/>
              </a:ext>
            </a:extLst>
          </p:cNvPr>
          <p:cNvSpPr txBox="1">
            <a:spLocks/>
          </p:cNvSpPr>
          <p:nvPr/>
        </p:nvSpPr>
        <p:spPr>
          <a:xfrm>
            <a:off x="903245" y="1445690"/>
            <a:ext cx="5194438" cy="861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raggadocio" pitchFamily="82" charset="77"/>
                <a:ea typeface="+mn-ea"/>
                <a:cs typeface="+mn-cs"/>
              </a:rPr>
              <a:t>Citoplasma</a:t>
            </a:r>
            <a:r>
              <a:rPr kumimoji="0" lang="es-ES_tradnl" sz="3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</a:t>
            </a: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transcripción, traducción</a:t>
            </a:r>
            <a:endParaRPr kumimoji="0" lang="es-ES_trad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texto 5">
            <a:extLst>
              <a:ext uri="{FF2B5EF4-FFF2-40B4-BE49-F238E27FC236}">
                <a16:creationId xmlns:a16="http://schemas.microsoft.com/office/drawing/2014/main" id="{F77774C9-AA9B-477F-AC0A-5655C3BB5061}"/>
              </a:ext>
            </a:extLst>
          </p:cNvPr>
          <p:cNvSpPr txBox="1">
            <a:spLocks/>
          </p:cNvSpPr>
          <p:nvPr/>
        </p:nvSpPr>
        <p:spPr>
          <a:xfrm>
            <a:off x="6420645" y="1541771"/>
            <a:ext cx="5155691" cy="9678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s-ES_tradnl" sz="2400" dirty="0">
                <a:solidFill>
                  <a:prstClr val="black"/>
                </a:solidFill>
                <a:latin typeface="Braggadocio" pitchFamily="82" charset="77"/>
                <a:cs typeface="Aharoni" panose="02010803020104030203" pitchFamily="2" charset="-79"/>
              </a:rPr>
              <a:t>Núcleo</a:t>
            </a:r>
            <a:r>
              <a:rPr lang="es-ES_tradnl" sz="2000" dirty="0">
                <a:solidFill>
                  <a:prstClr val="black"/>
                </a:solidFill>
                <a:latin typeface="Calibri" panose="020F0502020204030204"/>
              </a:rPr>
              <a:t>-transcripción/procesamiento del ARN</a:t>
            </a:r>
          </a:p>
          <a:p>
            <a:pPr>
              <a:buClrTx/>
            </a:pPr>
            <a:r>
              <a:rPr lang="es-ES_tradnl" sz="2400" dirty="0">
                <a:solidFill>
                  <a:prstClr val="black"/>
                </a:solidFill>
                <a:latin typeface="Braggadocio" pitchFamily="82" charset="77"/>
              </a:rPr>
              <a:t>Citoplasma</a:t>
            </a:r>
            <a:r>
              <a:rPr lang="es-ES_tradnl" sz="2400" dirty="0">
                <a:solidFill>
                  <a:prstClr val="black"/>
                </a:solidFill>
                <a:latin typeface="Calibri" panose="020F0502020204030204"/>
              </a:rPr>
              <a:t>- traducción </a:t>
            </a:r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896114FD-270A-4A57-A2CE-AA906CF13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9379" y="2383933"/>
            <a:ext cx="10849037" cy="411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98906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60146DE-89D2-4321-A57A-0818940608CF}"/>
              </a:ext>
            </a:extLst>
          </p:cNvPr>
          <p:cNvSpPr txBox="1">
            <a:spLocks noChangeArrowheads="1"/>
          </p:cNvSpPr>
          <p:nvPr/>
        </p:nvSpPr>
        <p:spPr>
          <a:xfrm>
            <a:off x="8213470" y="937105"/>
            <a:ext cx="3530234" cy="1209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sz="2100" spc="200">
                <a:latin typeface="Bauhaus 93" pitchFamily="82" charset="77"/>
              </a:rPr>
              <a:t>PUNTOS A RECORDAR SOBRE EL AND, ARN Y LAS PROTEÍNAS</a:t>
            </a:r>
            <a:endParaRPr lang="en-US" sz="2100" spc="200" dirty="0">
              <a:latin typeface="Bauhaus 93" pitchFamily="82" charset="77"/>
            </a:endParaRPr>
          </a:p>
        </p:txBody>
      </p:sp>
      <p:pic>
        <p:nvPicPr>
          <p:cNvPr id="3" name="Picture 8" descr="dif de arn adn">
            <a:extLst>
              <a:ext uri="{FF2B5EF4-FFF2-40B4-BE49-F238E27FC236}">
                <a16:creationId xmlns:a16="http://schemas.microsoft.com/office/drawing/2014/main" id="{6CE778F2-3BA2-454B-9E42-3FB0790853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" b="37300"/>
          <a:stretch/>
        </p:blipFill>
        <p:spPr>
          <a:xfrm>
            <a:off x="706030" y="140555"/>
            <a:ext cx="2889439" cy="6357039"/>
          </a:xfrm>
          <a:prstGeom prst="rect">
            <a:avLst/>
          </a:prstGeom>
          <a:noFill/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pic>
        <p:nvPicPr>
          <p:cNvPr id="4" name="Picture 8" descr="dif de arn adn">
            <a:extLst>
              <a:ext uri="{FF2B5EF4-FFF2-40B4-BE49-F238E27FC236}">
                <a16:creationId xmlns:a16="http://schemas.microsoft.com/office/drawing/2014/main" id="{1D31C304-E725-40CC-87AE-4DAF1A6061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0274" t="63417" r="6674"/>
          <a:stretch/>
        </p:blipFill>
        <p:spPr>
          <a:xfrm>
            <a:off x="3788960" y="145208"/>
            <a:ext cx="3246911" cy="3173033"/>
          </a:xfrm>
          <a:prstGeom prst="rect">
            <a:avLst/>
          </a:prstGeom>
          <a:noFill/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pic>
        <p:nvPicPr>
          <p:cNvPr id="5" name="Picture 10" descr="dif bases nitrogenadas">
            <a:extLst>
              <a:ext uri="{FF2B5EF4-FFF2-40B4-BE49-F238E27FC236}">
                <a16:creationId xmlns:a16="http://schemas.microsoft.com/office/drawing/2014/main" id="{88953290-0D58-4035-84BE-23C732F96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9350" y="3317029"/>
            <a:ext cx="3250493" cy="3140121"/>
          </a:xfrm>
          <a:prstGeom prst="rect">
            <a:avLst/>
          </a:prstGeom>
          <a:noFill/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7F21D32-D7A6-48BF-BE41-7F5D331FA124}"/>
              </a:ext>
            </a:extLst>
          </p:cNvPr>
          <p:cNvSpPr txBox="1">
            <a:spLocks noChangeArrowheads="1"/>
          </p:cNvSpPr>
          <p:nvPr/>
        </p:nvSpPr>
        <p:spPr>
          <a:xfrm>
            <a:off x="8276537" y="2418805"/>
            <a:ext cx="3214028" cy="37025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22860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ADN</a:t>
            </a: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.- cadenas de nucleótidos, polaridad 5’---3’, de acuerdo al arreglo de sus cuatro nucleótidos en codones (tripletos), define los aminoácidos (aa) que se incorporan a la proteína</a:t>
            </a:r>
            <a:endParaRPr kumimoji="0" lang="es-ES_tradnl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171450" marR="0" lvl="0" indent="-22860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ARN.</a:t>
            </a: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diferencia con el ADN (ribosa y bases (U), la molécula que transportará el mensaje para la síntesis de proteínas</a:t>
            </a:r>
            <a:endParaRPr kumimoji="0" lang="es-ES_tradnl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171450" marR="0" lvl="0" indent="-22860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_tradnl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171450" marR="0" lvl="0" indent="-22860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167903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E873B534-6ABA-4C50-A102-72D38FB721C5}"/>
              </a:ext>
            </a:extLst>
          </p:cNvPr>
          <p:cNvSpPr txBox="1">
            <a:spLocks noChangeArrowheads="1"/>
          </p:cNvSpPr>
          <p:nvPr/>
        </p:nvSpPr>
        <p:spPr>
          <a:xfrm>
            <a:off x="721158" y="335142"/>
            <a:ext cx="5844767" cy="123067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sz="3200" spc="200" dirty="0">
                <a:latin typeface="Bauhaus 93" pitchFamily="82" charset="77"/>
                <a:cs typeface="Aharoni" panose="02010803020104030203" pitchFamily="2" charset="-79"/>
              </a:rPr>
              <a:t>PUNTOS A RECORDAR SOBRE EL ADN, ARN Y LAS PROTEÍNAS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4B367FF-1855-40D5-BF22-31BFF7B3F4C1}"/>
              </a:ext>
            </a:extLst>
          </p:cNvPr>
          <p:cNvSpPr txBox="1">
            <a:spLocks noChangeArrowheads="1"/>
          </p:cNvSpPr>
          <p:nvPr/>
        </p:nvSpPr>
        <p:spPr>
          <a:xfrm>
            <a:off x="721074" y="1380936"/>
            <a:ext cx="5844767" cy="21636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Proteínas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.- cadena de aminoácidos (</a:t>
            </a:r>
            <a:r>
              <a:rPr kumimoji="0" lang="es-ES_tradnl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), los cuales determinarán su conformación tridimensional, cada proteína tendrá una secuencia específica de </a:t>
            </a:r>
            <a:r>
              <a:rPr kumimoji="0" lang="es-ES_tradnl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</a:t>
            </a:r>
            <a:endParaRPr kumimoji="0" lang="es-ES_trad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171450" marR="0" lvl="0" indent="-22860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BE12048-396C-4264-B901-66607B2D6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-65" t="54553" r="26" b="-753"/>
          <a:stretch/>
        </p:blipFill>
        <p:spPr bwMode="auto">
          <a:xfrm>
            <a:off x="480119" y="3306314"/>
            <a:ext cx="7473616" cy="3054767"/>
          </a:xfrm>
          <a:prstGeom prst="rect">
            <a:avLst/>
          </a:prstGeom>
          <a:noFill/>
        </p:spPr>
      </p:pic>
      <p:pic>
        <p:nvPicPr>
          <p:cNvPr id="5" name="Imagen 4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479D2DFC-0F0B-4219-A964-1502BA4EF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587389" y="241930"/>
            <a:ext cx="4514748" cy="657153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432F837-70D4-4F5E-A858-833C4223D1FC}"/>
              </a:ext>
            </a:extLst>
          </p:cNvPr>
          <p:cNvSpPr txBox="1"/>
          <p:nvPr/>
        </p:nvSpPr>
        <p:spPr>
          <a:xfrm>
            <a:off x="4864859" y="6452310"/>
            <a:ext cx="29479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s-ES_tradnl" sz="9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  <a:hlinkClick r:id="rId4" tooltip="https://gl.wikipedia.org/wiki/Estrutura_das_prote%C3%ADnas"/>
              </a:rPr>
              <a:t>Esta foto</a:t>
            </a:r>
            <a:r>
              <a:rPr lang="es-ES_tradnl" sz="9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 de Autor desconocido está bajo licencia </a:t>
            </a:r>
            <a:r>
              <a:rPr lang="es-ES_tradnl" sz="9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  <a:hlinkClick r:id="rId5" tooltip="https://creativecommons.org/licenses/by-sa/3.0/"/>
              </a:rPr>
              <a:t>CC BY-SA</a:t>
            </a:r>
            <a:endParaRPr lang="es-ES_tradnl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232260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5539" descr="Renderizado de ADN">
            <a:extLst>
              <a:ext uri="{FF2B5EF4-FFF2-40B4-BE49-F238E27FC236}">
                <a16:creationId xmlns:a16="http://schemas.microsoft.com/office/drawing/2014/main" id="{AA75C08C-A7A7-4CBB-9C34-E863A4F767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25"/>
          <a:stretch/>
        </p:blipFill>
        <p:spPr>
          <a:xfrm>
            <a:off x="400391" y="10"/>
            <a:ext cx="11791607" cy="685799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9DFB7726-E44A-4D46-9B94-B2C452136BED}"/>
              </a:ext>
            </a:extLst>
          </p:cNvPr>
          <p:cNvSpPr txBox="1">
            <a:spLocks noChangeArrowheads="1"/>
          </p:cNvSpPr>
          <p:nvPr/>
        </p:nvSpPr>
        <p:spPr>
          <a:xfrm>
            <a:off x="1668377" y="955827"/>
            <a:ext cx="8855246" cy="30632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 w="22225">
                  <a:solidFill>
                    <a:sysClr val="window" lastClr="FFFFFF"/>
                  </a:solidFill>
                  <a:miter lim="800000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</a:rPr>
              <a:t>ORGANIZACIÓN DE LOS GENES</a:t>
            </a:r>
          </a:p>
        </p:txBody>
      </p:sp>
    </p:spTree>
    <p:extLst>
      <p:ext uri="{BB962C8B-B14F-4D97-AF65-F5344CB8AC3E}">
        <p14:creationId xmlns:p14="http://schemas.microsoft.com/office/powerpoint/2010/main" val="348242588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2E6A3B5-292E-4774-BE4A-9A77F046D687}"/>
              </a:ext>
            </a:extLst>
          </p:cNvPr>
          <p:cNvSpPr txBox="1">
            <a:spLocks noChangeArrowheads="1"/>
          </p:cNvSpPr>
          <p:nvPr/>
        </p:nvSpPr>
        <p:spPr>
          <a:xfrm>
            <a:off x="788144" y="529422"/>
            <a:ext cx="5660946" cy="5769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sz="4000" spc="200">
                <a:latin typeface="Bauhaus 93" pitchFamily="82" charset="77"/>
              </a:rPr>
              <a:t>GENES PROCARIOTES</a:t>
            </a:r>
            <a:endParaRPr lang="en-US" sz="4000" spc="200" dirty="0">
              <a:latin typeface="Bauhaus 93" pitchFamily="8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C3E8B2-2382-4664-8C11-4383BDC746DE}"/>
              </a:ext>
            </a:extLst>
          </p:cNvPr>
          <p:cNvSpPr txBox="1">
            <a:spLocks noChangeArrowheads="1"/>
          </p:cNvSpPr>
          <p:nvPr/>
        </p:nvSpPr>
        <p:spPr>
          <a:xfrm>
            <a:off x="591665" y="1480888"/>
            <a:ext cx="5982891" cy="28740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Pueden ser  únicos  en el genoma.</a:t>
            </a: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 genes dedicados a un único objetivo metabólico se encuentran en una ubicación contigua del DNA.</a:t>
            </a: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Operón</a:t>
            </a:r>
            <a:r>
              <a: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es la disposición de genes en un grupo funcional.  </a:t>
            </a: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 producirá una hebra contigua de mRNA  y tienen un único sitio de transcripción.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pic>
        <p:nvPicPr>
          <p:cNvPr id="4" name="Picture 9" descr="figure-04-12a">
            <a:extLst>
              <a:ext uri="{FF2B5EF4-FFF2-40B4-BE49-F238E27FC236}">
                <a16:creationId xmlns:a16="http://schemas.microsoft.com/office/drawing/2014/main" id="{6C2A2228-4B9A-4CA8-8194-903A889AA6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t="-1154" r="-2" b="-91"/>
          <a:stretch/>
        </p:blipFill>
        <p:spPr>
          <a:xfrm>
            <a:off x="6703017" y="371467"/>
            <a:ext cx="5147310" cy="616864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B6D3529-AF48-4114-84D2-4508055643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85" b="67729"/>
          <a:stretch/>
        </p:blipFill>
        <p:spPr>
          <a:xfrm>
            <a:off x="595724" y="4353028"/>
            <a:ext cx="5934274" cy="205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99153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5021ACD-61FF-4B52-A23D-AF95B54FB240}"/>
              </a:ext>
            </a:extLst>
          </p:cNvPr>
          <p:cNvSpPr txBox="1">
            <a:spLocks noChangeArrowheads="1"/>
          </p:cNvSpPr>
          <p:nvPr/>
        </p:nvSpPr>
        <p:spPr>
          <a:xfrm>
            <a:off x="1513621" y="3429000"/>
            <a:ext cx="7686472" cy="13579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sz="5000" spc="200" dirty="0">
                <a:latin typeface="Bauhaus 93" pitchFamily="82" charset="77"/>
              </a:rPr>
              <a:t>GENES PROCARIOTAS</a:t>
            </a:r>
          </a:p>
        </p:txBody>
      </p:sp>
      <p:sp>
        <p:nvSpPr>
          <p:cNvPr id="6" name="Text Placeholder 148">
            <a:extLst>
              <a:ext uri="{FF2B5EF4-FFF2-40B4-BE49-F238E27FC236}">
                <a16:creationId xmlns:a16="http://schemas.microsoft.com/office/drawing/2014/main" id="{7EA030DC-FB85-4875-B8D3-EFF875B0948A}"/>
              </a:ext>
            </a:extLst>
          </p:cNvPr>
          <p:cNvSpPr txBox="1">
            <a:spLocks/>
          </p:cNvSpPr>
          <p:nvPr/>
        </p:nvSpPr>
        <p:spPr>
          <a:xfrm>
            <a:off x="1608014" y="5027236"/>
            <a:ext cx="9727082" cy="10206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 genes se ubican en una secuencia </a:t>
            </a:r>
            <a:r>
              <a:rPr kumimoji="0" lang="es-ES_tradnl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antisentido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3´---5´ del ADN</a:t>
            </a:r>
            <a:endParaRPr kumimoji="0" lang="es-ES_trad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 encuentran en una de las dos hebras en forma muy compacta  y no se traslapan</a:t>
            </a:r>
            <a:endParaRPr kumimoji="0" lang="es-ES_trad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pic>
        <p:nvPicPr>
          <p:cNvPr id="7" name="Picture 5" descr="Escanear0023">
            <a:extLst>
              <a:ext uri="{FF2B5EF4-FFF2-40B4-BE49-F238E27FC236}">
                <a16:creationId xmlns:a16="http://schemas.microsoft.com/office/drawing/2014/main" id="{CFC06C63-7435-4C51-BB22-D0D0E2F59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t="11923" b="11419"/>
          <a:stretch/>
        </p:blipFill>
        <p:spPr>
          <a:xfrm>
            <a:off x="607462" y="694416"/>
            <a:ext cx="11313318" cy="2852499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3320330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6">
            <a:extLst>
              <a:ext uri="{FF2B5EF4-FFF2-40B4-BE49-F238E27FC236}">
                <a16:creationId xmlns:a16="http://schemas.microsoft.com/office/drawing/2014/main" id="{5CE222C7-C4BB-431B-BBE9-4178C1AC5279}"/>
              </a:ext>
            </a:extLst>
          </p:cNvPr>
          <p:cNvSpPr txBox="1">
            <a:spLocks/>
          </p:cNvSpPr>
          <p:nvPr/>
        </p:nvSpPr>
        <p:spPr>
          <a:xfrm>
            <a:off x="826243" y="360545"/>
            <a:ext cx="4071589" cy="13573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sz="3200" b="1" spc="200">
                <a:latin typeface="Bauhaus 93" pitchFamily="82" charset="77"/>
              </a:rPr>
              <a:t>GENES EUCARIOTAS</a:t>
            </a:r>
            <a:endParaRPr lang="en-US" sz="3200" spc="200" dirty="0">
              <a:latin typeface="Bauhaus 93" pitchFamily="8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86955F-F555-48B4-B701-F9576E2B6968}"/>
              </a:ext>
            </a:extLst>
          </p:cNvPr>
          <p:cNvSpPr txBox="1">
            <a:spLocks noChangeArrowheads="1"/>
          </p:cNvSpPr>
          <p:nvPr/>
        </p:nvSpPr>
        <p:spPr>
          <a:xfrm>
            <a:off x="641114" y="1894026"/>
            <a:ext cx="4254681" cy="46382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_tradnl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151765" marR="0" lvl="1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 genes dedicados a un único objetivo metabólico se encuentran separados físicamente en el DNA e incluso en diferentes Cromosomas.</a:t>
            </a:r>
            <a:endParaRPr kumimoji="0" lang="es-ES_tradnl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151765" marR="0" lvl="1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_tradnl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151765" marR="0" lvl="1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Cada gen se transcribe a partir de su propio promotor.</a:t>
            </a:r>
            <a:endParaRPr kumimoji="0" lang="es-ES_tradnl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151765" marR="0" lvl="1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_tradnl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151765" marR="0" lvl="1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 </a:t>
            </a:r>
            <a:r>
              <a:rPr kumimoji="0" lang="es-E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A</a:t>
            </a: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RN</a:t>
            </a:r>
            <a:r>
              <a:rPr kumimoji="0" lang="es-E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m</a:t>
            </a: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traducido produce una única proteína .</a:t>
            </a:r>
            <a:endParaRPr kumimoji="0" lang="es-ES_trad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pic>
        <p:nvPicPr>
          <p:cNvPr id="4" name="Picture 5" descr="figure-04-12b">
            <a:extLst>
              <a:ext uri="{FF2B5EF4-FFF2-40B4-BE49-F238E27FC236}">
                <a16:creationId xmlns:a16="http://schemas.microsoft.com/office/drawing/2014/main" id="{9FCA558E-71C1-4A2C-B0F0-66B62124E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03811" y="354403"/>
            <a:ext cx="6575581" cy="596838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92595706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37B631D-D565-462D-B749-ECC731AE08FC}"/>
              </a:ext>
            </a:extLst>
          </p:cNvPr>
          <p:cNvSpPr txBox="1">
            <a:spLocks noChangeArrowheads="1"/>
          </p:cNvSpPr>
          <p:nvPr/>
        </p:nvSpPr>
        <p:spPr>
          <a:xfrm>
            <a:off x="1901269" y="3751881"/>
            <a:ext cx="7602987" cy="1007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sz="5000" spc="200" dirty="0">
                <a:latin typeface="Bauhaus 93" pitchFamily="82" charset="77"/>
              </a:rPr>
              <a:t>GENES EUCARIOTAS</a:t>
            </a:r>
          </a:p>
        </p:txBody>
      </p:sp>
      <p:sp>
        <p:nvSpPr>
          <p:cNvPr id="3" name="Text Placeholder 148">
            <a:extLst>
              <a:ext uri="{FF2B5EF4-FFF2-40B4-BE49-F238E27FC236}">
                <a16:creationId xmlns:a16="http://schemas.microsoft.com/office/drawing/2014/main" id="{0E86AC4A-BAE8-4800-9CA8-8FEFFDE39CE3}"/>
              </a:ext>
            </a:extLst>
          </p:cNvPr>
          <p:cNvSpPr txBox="1">
            <a:spLocks/>
          </p:cNvSpPr>
          <p:nvPr/>
        </p:nvSpPr>
        <p:spPr>
          <a:xfrm>
            <a:off x="868049" y="4887089"/>
            <a:ext cx="10788384" cy="17011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 genes se ubican en una secuencia antisentido 3´---5´ del ADN</a:t>
            </a:r>
            <a:endParaRPr kumimoji="0" lang="es-ES_tradnl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 encuentran en una de las dos hebras</a:t>
            </a:r>
            <a:endParaRPr kumimoji="0" lang="es-ES_tradnl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Contienen secuencias no codificantes (intrones) que son eliminados en el procesamiento del </a:t>
            </a:r>
            <a:r>
              <a:rPr kumimoji="0" lang="es-E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A</a:t>
            </a: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RNm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ECAEDFF-9E83-4055-B2FB-B664A781B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1389" t="26399" r="1389" b="26669"/>
          <a:stretch/>
        </p:blipFill>
        <p:spPr bwMode="auto">
          <a:xfrm>
            <a:off x="868049" y="231025"/>
            <a:ext cx="10876488" cy="33823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4540751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>
            <a:extLst>
              <a:ext uri="{FF2B5EF4-FFF2-40B4-BE49-F238E27FC236}">
                <a16:creationId xmlns:a16="http://schemas.microsoft.com/office/drawing/2014/main" id="{8BDDABE8-6BFF-4C34-96DC-CE8E18FE1AAC}"/>
              </a:ext>
            </a:extLst>
          </p:cNvPr>
          <p:cNvSpPr txBox="1">
            <a:spLocks/>
          </p:cNvSpPr>
          <p:nvPr/>
        </p:nvSpPr>
        <p:spPr>
          <a:xfrm>
            <a:off x="638804" y="347760"/>
            <a:ext cx="4475500" cy="1366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sz="4000" b="1" spc="200" dirty="0">
                <a:latin typeface="Bauhaus 93" pitchFamily="82" charset="77"/>
              </a:rPr>
              <a:t>GENES EUCARIOTAS</a:t>
            </a:r>
            <a:endParaRPr lang="en-US" sz="4000" spc="200" dirty="0">
              <a:latin typeface="Bauhaus 93" pitchFamily="8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DCCC30-943A-4FD1-A902-CBCBF4DF2CA0}"/>
              </a:ext>
            </a:extLst>
          </p:cNvPr>
          <p:cNvSpPr txBox="1">
            <a:spLocks noChangeArrowheads="1"/>
          </p:cNvSpPr>
          <p:nvPr/>
        </p:nvSpPr>
        <p:spPr>
          <a:xfrm>
            <a:off x="638804" y="1950118"/>
            <a:ext cx="4606964" cy="46093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_tradnl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 eucariota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 encuentra  en porciones de secuencia codificadora (</a:t>
            </a: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exones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separada por secuencias no codificadoras de proteínas (</a:t>
            </a: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intrones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es-ES_trad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285750" marR="0" lvl="1" indent="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_trad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Transcripción primaria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mRNA (intrones y exones)</a:t>
            </a:r>
            <a:endParaRPr kumimoji="0" lang="es-ES_trad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_trad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A</a:t>
            </a:r>
            <a:r>
              <a:rPr kumimoji="0" lang="es-ES_tradnl" sz="2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RNm</a:t>
            </a: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maduro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(solo exones)</a:t>
            </a:r>
            <a:endParaRPr kumimoji="0" lang="es-ES_trad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pic>
        <p:nvPicPr>
          <p:cNvPr id="4" name="Picture 7" descr="figure-04-14">
            <a:extLst>
              <a:ext uri="{FF2B5EF4-FFF2-40B4-BE49-F238E27FC236}">
                <a16:creationId xmlns:a16="http://schemas.microsoft.com/office/drawing/2014/main" id="{2C184A4B-CA88-42CA-BF35-608EE3B22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64107" y="342169"/>
            <a:ext cx="6392640" cy="6200212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101770617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0B7A2FC-047B-466C-952A-7C0001C1CD28}"/>
              </a:ext>
            </a:extLst>
          </p:cNvPr>
          <p:cNvSpPr txBox="1">
            <a:spLocks noChangeArrowheads="1"/>
          </p:cNvSpPr>
          <p:nvPr/>
        </p:nvSpPr>
        <p:spPr>
          <a:xfrm>
            <a:off x="2379324" y="3533500"/>
            <a:ext cx="7217553" cy="942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sz="5000" spc="200">
                <a:latin typeface="Bauhaus 93" pitchFamily="82" charset="77"/>
              </a:rPr>
              <a:t>GENES EUCARIOTAS</a:t>
            </a:r>
            <a:endParaRPr lang="en-US" sz="5000" spc="200" dirty="0">
              <a:latin typeface="Bauhaus 93" pitchFamily="82" charset="77"/>
            </a:endParaRPr>
          </a:p>
        </p:txBody>
      </p:sp>
      <p:sp>
        <p:nvSpPr>
          <p:cNvPr id="3" name="Text Placeholder 148">
            <a:extLst>
              <a:ext uri="{FF2B5EF4-FFF2-40B4-BE49-F238E27FC236}">
                <a16:creationId xmlns:a16="http://schemas.microsoft.com/office/drawing/2014/main" id="{3799F4EE-931D-45A0-AFB0-9194DFCA9BCB}"/>
              </a:ext>
            </a:extLst>
          </p:cNvPr>
          <p:cNvSpPr txBox="1">
            <a:spLocks/>
          </p:cNvSpPr>
          <p:nvPr/>
        </p:nvSpPr>
        <p:spPr>
          <a:xfrm>
            <a:off x="1152147" y="4964651"/>
            <a:ext cx="10416046" cy="144720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 puede realizar un </a:t>
            </a:r>
            <a:r>
              <a:rPr kumimoji="0" lang="es-ES_tradnl" sz="2000" b="0" i="1" u="none" strike="noStrike" kern="1200" cap="none" spc="0" normalizeH="0" baseline="0" noProof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procesamiento (splicing) alternativo </a:t>
            </a: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donde se </a:t>
            </a:r>
            <a:r>
              <a:rPr kumimoji="0" lang="es-ES_tradnl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eliminan</a:t>
            </a: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también algunos </a:t>
            </a:r>
            <a:r>
              <a:rPr kumimoji="0" lang="es-ES_tradnl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exones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 que da como resultado </a:t>
            </a:r>
            <a:r>
              <a:rPr kumimoji="0" lang="es-ES" sz="20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A</a:t>
            </a:r>
            <a:r>
              <a:rPr kumimoji="0" lang="es-ES_tradnl" sz="20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RNm diferentes</a:t>
            </a:r>
            <a:endParaRPr kumimoji="0" lang="es-ES_tradnl" sz="2000" b="1" i="1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Así como la producción de </a:t>
            </a:r>
            <a:r>
              <a:rPr kumimoji="0" lang="es-ES_tradnl" sz="20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diferentes proteínas </a:t>
            </a: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partir de un mismo gen </a:t>
            </a:r>
            <a:r>
              <a:rPr kumimoji="0" lang="es-ES_tradnl" sz="20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distintos tipos celulares</a:t>
            </a:r>
            <a:endParaRPr kumimoji="0" lang="es-ES_tradnl" sz="2000" b="1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10" descr="figure-04-15">
            <a:extLst>
              <a:ext uri="{FF2B5EF4-FFF2-40B4-BE49-F238E27FC236}">
                <a16:creationId xmlns:a16="http://schemas.microsoft.com/office/drawing/2014/main" id="{67244C7C-C571-4B05-9598-BC8E3116C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04622" y="207293"/>
            <a:ext cx="10505266" cy="3053809"/>
          </a:xfrm>
          <a:prstGeom prst="rect">
            <a:avLst/>
          </a:prstGeom>
          <a:noFill/>
          <a:ln/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860AEAB-5C9F-412B-9A5F-EB9AAD9ECEFE}"/>
              </a:ext>
            </a:extLst>
          </p:cNvPr>
          <p:cNvSpPr txBox="1"/>
          <p:nvPr/>
        </p:nvSpPr>
        <p:spPr>
          <a:xfrm>
            <a:off x="4289051" y="207870"/>
            <a:ext cx="838200" cy="369332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exones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50D6053-1887-46DB-BF33-4652A0E8040A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732345" y="577202"/>
            <a:ext cx="995991" cy="35613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F519A27-5F6D-453B-9238-05F521D3A838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490039" y="577202"/>
            <a:ext cx="238297" cy="35613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F9043F1-42F8-4D8D-B1FD-20381AD3B3E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708151" y="577202"/>
            <a:ext cx="246515" cy="28754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0940E71-712F-4EEA-BA84-FCCC631D4819}"/>
              </a:ext>
            </a:extLst>
          </p:cNvPr>
          <p:cNvCxnSpPr>
            <a:cxnSpLocks/>
          </p:cNvCxnSpPr>
          <p:nvPr/>
        </p:nvCxnSpPr>
        <p:spPr>
          <a:xfrm>
            <a:off x="4746896" y="590117"/>
            <a:ext cx="1770515" cy="23086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39153C36-721C-41A1-939E-94723ABEE26A}"/>
              </a:ext>
            </a:extLst>
          </p:cNvPr>
          <p:cNvSpPr txBox="1"/>
          <p:nvPr/>
        </p:nvSpPr>
        <p:spPr>
          <a:xfrm>
            <a:off x="9167142" y="216355"/>
            <a:ext cx="990600" cy="369332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intrones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3007927-FB89-40A1-8CB1-C0DCE947219D}"/>
              </a:ext>
            </a:extLst>
          </p:cNvPr>
          <p:cNvCxnSpPr>
            <a:cxnSpLocks/>
          </p:cNvCxnSpPr>
          <p:nvPr/>
        </p:nvCxnSpPr>
        <p:spPr>
          <a:xfrm flipH="1">
            <a:off x="9337313" y="581351"/>
            <a:ext cx="350959" cy="494049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392B8E9-67A5-4C77-B5D0-453D81E14575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9014742" y="585687"/>
            <a:ext cx="671555" cy="41222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B9CFA75-CBF6-4237-8AFC-F48CFAE0DA5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662442" y="585687"/>
            <a:ext cx="329533" cy="40278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974438698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Se introduce una muestra con una pipeta en una placa de Petri">
            <a:extLst>
              <a:ext uri="{FF2B5EF4-FFF2-40B4-BE49-F238E27FC236}">
                <a16:creationId xmlns:a16="http://schemas.microsoft.com/office/drawing/2014/main" id="{199C60A1-9062-4494-9AD0-68DA775D81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909" r="10355" b="-2"/>
          <a:stretch/>
        </p:blipFill>
        <p:spPr>
          <a:xfrm>
            <a:off x="8357681" y="0"/>
            <a:ext cx="3834319" cy="6867411"/>
          </a:xfrm>
          <a:prstGeom prst="rect">
            <a:avLst/>
          </a:prstGeom>
        </p:spPr>
      </p:pic>
      <p:sp>
        <p:nvSpPr>
          <p:cNvPr id="3" name="3 Título">
            <a:extLst>
              <a:ext uri="{FF2B5EF4-FFF2-40B4-BE49-F238E27FC236}">
                <a16:creationId xmlns:a16="http://schemas.microsoft.com/office/drawing/2014/main" id="{6C045F1C-4521-4EE6-96E7-E54190F91A24}"/>
              </a:ext>
            </a:extLst>
          </p:cNvPr>
          <p:cNvSpPr txBox="1">
            <a:spLocks/>
          </p:cNvSpPr>
          <p:nvPr/>
        </p:nvSpPr>
        <p:spPr>
          <a:xfrm>
            <a:off x="1599173" y="1532212"/>
            <a:ext cx="8323598" cy="3793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sz="4800" spc="800" dirty="0">
                <a:latin typeface="Bauhaus 93" pitchFamily="82" charset="77"/>
              </a:rPr>
              <a:t>TRANSCRIPCIÓN</a:t>
            </a:r>
          </a:p>
        </p:txBody>
      </p:sp>
    </p:spTree>
    <p:extLst>
      <p:ext uri="{BB962C8B-B14F-4D97-AF65-F5344CB8AC3E}">
        <p14:creationId xmlns:p14="http://schemas.microsoft.com/office/powerpoint/2010/main" val="526093442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142B64A-8A18-4D7A-A275-CCF1D0AE7B37}"/>
              </a:ext>
            </a:extLst>
          </p:cNvPr>
          <p:cNvSpPr txBox="1">
            <a:spLocks noChangeArrowheads="1"/>
          </p:cNvSpPr>
          <p:nvPr/>
        </p:nvSpPr>
        <p:spPr>
          <a:xfrm>
            <a:off x="2017498" y="335188"/>
            <a:ext cx="8138416" cy="529828"/>
          </a:xfrm>
          <a:prstGeom prst="rect">
            <a:avLst/>
          </a:prstGeom>
          <a:solidFill>
            <a:srgbClr val="CCFF66"/>
          </a:solidFill>
          <a:ln/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3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Síntesis de ARN (transcripción)</a:t>
            </a:r>
            <a:endParaRPr kumimoji="0" lang="es-MX" sz="3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ECDC945B-ACFE-407F-985B-E3F4D2259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4296" y="947772"/>
            <a:ext cx="7594599" cy="276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1" tIns="45716" rIns="91431" bIns="45716">
            <a:spAutoFit/>
          </a:bodyPr>
          <a:lstStyle/>
          <a:p>
            <a:pPr>
              <a:buClrTx/>
              <a:buFontTx/>
              <a:buNone/>
            </a:pPr>
            <a:r>
              <a:rPr lang="es-ES_tradnl" sz="1200" b="1" i="1" kern="1200" dirty="0">
                <a:solidFill>
                  <a:srgbClr val="FF0066"/>
                </a:solidFill>
                <a:latin typeface="Arial" charset="0"/>
                <a:ea typeface="+mn-ea"/>
                <a:cs typeface="+mn-cs"/>
              </a:rPr>
              <a:t>Las cadenas de ADN y ARN se producen por copias de moldes de ADN</a:t>
            </a:r>
            <a:endParaRPr lang="es-MX" sz="1200" b="1" i="1" kern="1200" dirty="0">
              <a:solidFill>
                <a:srgbClr val="FF0066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D3A0A950-F08C-4B53-A86D-359001579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755" y="2077554"/>
            <a:ext cx="3535431" cy="46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1" tIns="45716" rIns="91431" bIns="45716">
            <a:spAutoFit/>
          </a:bodyPr>
          <a:lstStyle/>
          <a:p>
            <a:pPr>
              <a:buClrTx/>
              <a:buFontTx/>
              <a:buNone/>
            </a:pPr>
            <a:r>
              <a:rPr lang="es-ES_tradnl" sz="12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5´-AGTTCGGCAGTCGTGCCAG-3´</a:t>
            </a:r>
          </a:p>
          <a:p>
            <a:pPr>
              <a:buClrTx/>
              <a:buFontTx/>
              <a:buNone/>
            </a:pPr>
            <a:r>
              <a:rPr lang="es-ES_tradnl" sz="12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3´-TCAAGCCGTCAGCACGGTC-5´</a:t>
            </a:r>
            <a:endParaRPr lang="es-MX" sz="1200" kern="1200" dirty="0">
              <a:solidFill>
                <a:prstClr val="black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71BA93EE-F16A-46EE-ADB5-531BC3A4D7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3819" y="2044322"/>
            <a:ext cx="2499845" cy="0"/>
          </a:xfrm>
          <a:prstGeom prst="line">
            <a:avLst/>
          </a:prstGeom>
          <a:noFill/>
          <a:ln w="57150">
            <a:solidFill>
              <a:srgbClr val="0563C1"/>
            </a:solidFill>
            <a:round/>
            <a:headEnd/>
            <a:tailEnd type="triangle" w="med" len="med"/>
          </a:ln>
          <a:effectLst/>
        </p:spPr>
        <p:txBody>
          <a:bodyPr lIns="91431" tIns="45716" rIns="91431" bIns="45716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759B131E-2A9B-4AFD-AD75-AF2EAA0009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5663" y="2582483"/>
            <a:ext cx="2499845" cy="0"/>
          </a:xfrm>
          <a:prstGeom prst="line">
            <a:avLst/>
          </a:prstGeom>
          <a:noFill/>
          <a:ln w="57150">
            <a:solidFill>
              <a:srgbClr val="0563C1"/>
            </a:solidFill>
            <a:round/>
            <a:headEnd/>
            <a:tailEnd type="triangle" w="med" len="med"/>
          </a:ln>
          <a:effectLst/>
        </p:spPr>
        <p:txBody>
          <a:bodyPr lIns="91431" tIns="45716" rIns="91431" bIns="45716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E60E09D0-D881-49FE-BEE8-10817971C8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052" y="2799009"/>
            <a:ext cx="579336" cy="972822"/>
          </a:xfrm>
          <a:prstGeom prst="line">
            <a:avLst/>
          </a:prstGeom>
          <a:noFill/>
          <a:ln w="57150" cmpd="thinThick">
            <a:solidFill>
              <a:sysClr val="windowText" lastClr="00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lIns="91431" tIns="45716" rIns="91431" bIns="45716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10D8C637-BC7B-45A9-BFDC-B7808AD5D6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0899" y="2799009"/>
            <a:ext cx="695911" cy="734081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prstDash val="lgDashDot"/>
            <a:round/>
            <a:headEnd/>
            <a:tailEnd type="triangle" w="med" len="med"/>
          </a:ln>
          <a:effectLst/>
        </p:spPr>
        <p:txBody>
          <a:bodyPr lIns="91431" tIns="45716" rIns="91431" bIns="45716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CF2F1345-BFBD-4C2C-9841-C71FC7E3A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6243" y="2407785"/>
            <a:ext cx="2911220" cy="36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1" tIns="45716" rIns="91431" bIns="45716">
            <a:spAutoFit/>
          </a:bodyPr>
          <a:lstStyle/>
          <a:p>
            <a:pPr>
              <a:buClrTx/>
              <a:buFontTx/>
              <a:buNone/>
            </a:pPr>
            <a:r>
              <a:rPr lang="es-ES_tradnl" sz="18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Plantilla, molde o patrón</a:t>
            </a:r>
            <a:endParaRPr lang="es-MX" sz="1800" kern="1200" dirty="0">
              <a:solidFill>
                <a:prstClr val="black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70A9D110-3DEE-4954-A5B5-47BB9D21E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872" y="3872268"/>
            <a:ext cx="3535431" cy="276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1" tIns="45716" rIns="91431" bIns="45716">
            <a:spAutoFit/>
          </a:bodyPr>
          <a:lstStyle/>
          <a:p>
            <a:pPr>
              <a:buClrTx/>
              <a:buFontTx/>
              <a:buNone/>
            </a:pPr>
            <a:r>
              <a:rPr lang="es-ES_tradnl" sz="12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5´-AGTTCGGCAGTCGTGCCAG-3´</a:t>
            </a:r>
            <a:endParaRPr lang="es-MX" sz="1200" kern="1200" dirty="0">
              <a:solidFill>
                <a:prstClr val="black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F82EA7AA-10A9-4D62-9F4A-999E9E877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331" y="4116995"/>
            <a:ext cx="3452328" cy="276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1" tIns="45716" rIns="91431" bIns="45716">
            <a:spAutoFit/>
          </a:bodyPr>
          <a:lstStyle/>
          <a:p>
            <a:pPr>
              <a:buClrTx/>
              <a:buFontTx/>
              <a:buNone/>
            </a:pPr>
            <a:r>
              <a:rPr lang="es-ES_tradnl" sz="12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3´-</a:t>
            </a:r>
            <a:r>
              <a:rPr lang="es-ES_tradnl" sz="1200" kern="1200" dirty="0">
                <a:solidFill>
                  <a:srgbClr val="33CC33"/>
                </a:solidFill>
                <a:latin typeface="Arial" charset="0"/>
                <a:ea typeface="+mn-ea"/>
                <a:cs typeface="+mn-cs"/>
              </a:rPr>
              <a:t>TCAAGCCGTCAGCACGGTC</a:t>
            </a:r>
            <a:r>
              <a:rPr lang="es-ES_tradnl" sz="12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-5</a:t>
            </a:r>
            <a:endParaRPr lang="es-MX" sz="1200" kern="1200" dirty="0">
              <a:solidFill>
                <a:prstClr val="black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147AD9FB-5FC4-407D-B55C-73F79C9A2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314" y="3775585"/>
            <a:ext cx="3630405" cy="584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1" tIns="45716" rIns="91431" bIns="45716">
            <a:spAutoFit/>
          </a:bodyPr>
          <a:lstStyle/>
          <a:p>
            <a:pPr>
              <a:buClrTx/>
              <a:buFontTx/>
              <a:buNone/>
            </a:pPr>
            <a:r>
              <a:rPr lang="es-ES_tradnl" sz="16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5´-</a:t>
            </a:r>
            <a:r>
              <a:rPr lang="es-ES_tradnl" sz="1600" kern="1200" dirty="0">
                <a:solidFill>
                  <a:srgbClr val="CC0099"/>
                </a:solidFill>
                <a:latin typeface="Arial" charset="0"/>
                <a:ea typeface="+mn-ea"/>
                <a:cs typeface="+mn-cs"/>
              </a:rPr>
              <a:t>UUCGGCAGUCGUGCC</a:t>
            </a:r>
            <a:r>
              <a:rPr lang="es-ES_tradnl" sz="16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-3´</a:t>
            </a:r>
          </a:p>
          <a:p>
            <a:pPr>
              <a:buClrTx/>
              <a:buFontTx/>
              <a:buNone/>
            </a:pPr>
            <a:endParaRPr lang="es-MX" sz="1600" kern="1200" dirty="0">
              <a:solidFill>
                <a:prstClr val="black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2461E479-4234-4513-AFAC-4AC8713D0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291" y="3535462"/>
            <a:ext cx="3452328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1" tIns="45716" rIns="91431" bIns="45716">
            <a:spAutoFit/>
          </a:bodyPr>
          <a:lstStyle/>
          <a:p>
            <a:pPr>
              <a:buClrTx/>
              <a:buFontTx/>
              <a:buNone/>
            </a:pPr>
            <a:r>
              <a:rPr lang="es-ES_tradnl" sz="16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3´-TCAAGCCGTCAGCACGGTC-5</a:t>
            </a:r>
            <a:endParaRPr lang="es-MX" sz="1600" kern="1200" dirty="0">
              <a:solidFill>
                <a:prstClr val="black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3281D50E-EF6F-449F-9081-9DAB487D7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895" y="4926623"/>
            <a:ext cx="2750051" cy="46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1" tIns="45716" rIns="91431" bIns="45716">
            <a:spAutoFit/>
          </a:bodyPr>
          <a:lstStyle/>
          <a:p>
            <a:pPr>
              <a:buClrTx/>
              <a:buFontTx/>
              <a:buNone/>
            </a:pPr>
            <a:r>
              <a:rPr lang="es-ES_tradnl" sz="12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5´-</a:t>
            </a:r>
            <a:r>
              <a:rPr lang="es-ES_tradnl" sz="1200" kern="1200" dirty="0">
                <a:solidFill>
                  <a:srgbClr val="33CC33"/>
                </a:solidFill>
                <a:latin typeface="Arial" charset="0"/>
                <a:ea typeface="+mn-ea"/>
                <a:cs typeface="+mn-cs"/>
              </a:rPr>
              <a:t>AGTTCGGCAGTCGTGCCAG</a:t>
            </a:r>
            <a:r>
              <a:rPr lang="es-ES_tradnl" sz="12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-3´</a:t>
            </a:r>
          </a:p>
          <a:p>
            <a:pPr>
              <a:buClrTx/>
              <a:buFontTx/>
              <a:buNone/>
            </a:pPr>
            <a:r>
              <a:rPr lang="es-ES_tradnl" sz="12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3´-TCAAGCCGTCAGCACGGTC-5´</a:t>
            </a:r>
            <a:endParaRPr lang="es-MX" sz="1200" kern="1200" dirty="0">
              <a:solidFill>
                <a:prstClr val="black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BE5F3B7B-F83A-4D00-B486-0C3664BA0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220" y="4494423"/>
            <a:ext cx="579335" cy="276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1" tIns="45716" rIns="91431" bIns="45716">
            <a:spAutoFit/>
          </a:bodyPr>
          <a:lstStyle/>
          <a:p>
            <a:pPr>
              <a:buClrTx/>
              <a:buFontTx/>
              <a:buNone/>
            </a:pPr>
            <a:r>
              <a:rPr lang="es-ES_tradnl" sz="12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DNA</a:t>
            </a:r>
            <a:endParaRPr lang="es-MX" sz="1200" kern="1200" dirty="0">
              <a:solidFill>
                <a:prstClr val="black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BAAF1633-7CB6-481B-8628-B74E98C77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9610" y="4685684"/>
            <a:ext cx="3559175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1" tIns="45716" rIns="91431" bIns="45716">
            <a:spAutoFit/>
          </a:bodyPr>
          <a:lstStyle/>
          <a:p>
            <a:pPr algn="ctr">
              <a:buClrTx/>
              <a:buFontTx/>
              <a:buNone/>
            </a:pPr>
            <a:r>
              <a:rPr lang="es-ES_tradnl" sz="16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5´-</a:t>
            </a:r>
            <a:r>
              <a:rPr lang="es-ES_tradnl" sz="1600" kern="1200" dirty="0">
                <a:solidFill>
                  <a:srgbClr val="CC0099"/>
                </a:solidFill>
                <a:latin typeface="Arial" charset="0"/>
                <a:ea typeface="+mn-ea"/>
                <a:cs typeface="+mn-cs"/>
              </a:rPr>
              <a:t>UUCGGCAGUCGUGCC</a:t>
            </a:r>
            <a:r>
              <a:rPr lang="es-ES_tradnl" sz="16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-3</a:t>
            </a:r>
            <a:endParaRPr lang="es-MX" sz="1600" kern="1200" dirty="0">
              <a:solidFill>
                <a:prstClr val="black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7704F2CF-909C-4F5D-B690-82693C5B5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9473" y="4361835"/>
            <a:ext cx="1408111" cy="36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1" tIns="45716" rIns="91431" bIns="45716">
            <a:spAutoFit/>
          </a:bodyPr>
          <a:lstStyle/>
          <a:p>
            <a:pPr>
              <a:buClrTx/>
              <a:buFontTx/>
              <a:buNone/>
            </a:pPr>
            <a:r>
              <a:rPr lang="es-ES_tradnl" sz="1800" kern="1200" dirty="0">
                <a:solidFill>
                  <a:prstClr val="black"/>
                </a:solidFill>
                <a:latin typeface="Arial" charset="0"/>
                <a:ea typeface="+mn-ea"/>
                <a:cs typeface="+mn-cs"/>
              </a:rPr>
              <a:t>RNA</a:t>
            </a:r>
            <a:endParaRPr lang="es-MX" sz="1800" kern="1200" dirty="0">
              <a:solidFill>
                <a:prstClr val="black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18" name="Line 10">
            <a:extLst>
              <a:ext uri="{FF2B5EF4-FFF2-40B4-BE49-F238E27FC236}">
                <a16:creationId xmlns:a16="http://schemas.microsoft.com/office/drawing/2014/main" id="{385E719C-B86A-453A-B461-CBB6ABF01E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64715" y="2799009"/>
            <a:ext cx="579336" cy="2127605"/>
          </a:xfrm>
          <a:prstGeom prst="line">
            <a:avLst/>
          </a:prstGeom>
          <a:noFill/>
          <a:ln w="57150" cmpd="thinThick">
            <a:solidFill>
              <a:sysClr val="windowText" lastClr="00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lIns="91431" tIns="45716" rIns="91431" bIns="45716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158043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Descripción generada automáticamente">
            <a:extLst>
              <a:ext uri="{FF2B5EF4-FFF2-40B4-BE49-F238E27FC236}">
                <a16:creationId xmlns:a16="http://schemas.microsoft.com/office/drawing/2014/main" id="{A3FAF379-002E-45F6-B483-85D9B4B9D3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44" b="-3"/>
          <a:stretch/>
        </p:blipFill>
        <p:spPr>
          <a:xfrm>
            <a:off x="3869242" y="368831"/>
            <a:ext cx="7657825" cy="307949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F0936E-7DE5-4C02-A8DB-B7E45420DDDF}"/>
              </a:ext>
            </a:extLst>
          </p:cNvPr>
          <p:cNvSpPr txBox="1">
            <a:spLocks noChangeArrowheads="1"/>
          </p:cNvSpPr>
          <p:nvPr/>
        </p:nvSpPr>
        <p:spPr>
          <a:xfrm>
            <a:off x="686004" y="917294"/>
            <a:ext cx="2972422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sz="2800">
                <a:latin typeface="Bauhaus 93" pitchFamily="82" charset="77"/>
              </a:rPr>
              <a:t>TRANSCRIPCIÓN</a:t>
            </a:r>
            <a:endParaRPr lang="en-US" sz="2800" dirty="0">
              <a:latin typeface="Bauhaus 93" pitchFamily="82" charset="77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5445E2-81AC-4CD4-8CD8-BBFACE7488AA}"/>
              </a:ext>
            </a:extLst>
          </p:cNvPr>
          <p:cNvSpPr/>
          <p:nvPr/>
        </p:nvSpPr>
        <p:spPr>
          <a:xfrm>
            <a:off x="812924" y="2612858"/>
            <a:ext cx="2538000" cy="2883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Tx/>
              <a:buFontTx/>
              <a:buNone/>
            </a:pPr>
            <a:r>
              <a:rPr lang="es-ES_tradnl" sz="2000" kern="1200" dirty="0">
                <a:latin typeface="Calibri" panose="020F0502020204030204"/>
                <a:ea typeface="+mn-ea"/>
                <a:cs typeface="+mn-cs"/>
              </a:rPr>
              <a:t>Secuencias que flanquean un gen necesarias para la transcripción</a:t>
            </a:r>
            <a:endParaRPr lang="es-ES_tradnl" sz="2000" kern="1200" dirty="0">
              <a:latin typeface="Calibri" panose="020F0502020204030204"/>
              <a:ea typeface="+mn-ea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ClrTx/>
              <a:buFont typeface="Arial" panose="020B0604020202020204" pitchFamily="34" charset="0"/>
              <a:buChar char="•"/>
            </a:pPr>
            <a:endParaRPr lang="es-ES_tradnl" sz="2000" kern="1200" dirty="0">
              <a:latin typeface="Calibri" panose="020F0502020204030204"/>
              <a:ea typeface="+mn-ea"/>
              <a:cs typeface="Calibri"/>
            </a:endParaRPr>
          </a:p>
          <a:p>
            <a:pPr marL="457200" lvl="1" indent="-228600">
              <a:lnSpc>
                <a:spcPct val="90000"/>
              </a:lnSpc>
              <a:spcAft>
                <a:spcPts val="600"/>
              </a:spcAft>
              <a:buClrTx/>
              <a:buFont typeface="Arial" panose="020B0604020202020204" pitchFamily="34" charset="0"/>
              <a:buChar char="•"/>
            </a:pPr>
            <a:r>
              <a:rPr lang="es-ES_tradnl" sz="2000" kern="1200" dirty="0">
                <a:latin typeface="Calibri" panose="020F0502020204030204"/>
                <a:ea typeface="+mn-ea"/>
                <a:cs typeface="+mn-cs"/>
              </a:rPr>
              <a:t>PROMOTORES</a:t>
            </a:r>
            <a:endParaRPr lang="es-ES_tradnl" sz="2000" kern="1200" dirty="0">
              <a:latin typeface="Calibri" panose="020F0502020204030204"/>
              <a:ea typeface="+mn-ea"/>
              <a:cs typeface="Calibri"/>
            </a:endParaRPr>
          </a:p>
          <a:p>
            <a:pPr marL="457200" lvl="1" indent="-228600">
              <a:lnSpc>
                <a:spcPct val="90000"/>
              </a:lnSpc>
              <a:spcAft>
                <a:spcPts val="600"/>
              </a:spcAft>
              <a:buClrTx/>
              <a:buFont typeface="Arial" panose="020B0604020202020204" pitchFamily="34" charset="0"/>
              <a:buChar char="•"/>
            </a:pPr>
            <a:endParaRPr lang="es-ES_tradnl" sz="2000" kern="1200" dirty="0">
              <a:latin typeface="Calibri" panose="020F0502020204030204"/>
              <a:ea typeface="+mn-ea"/>
              <a:cs typeface="Calibri"/>
            </a:endParaRPr>
          </a:p>
          <a:p>
            <a:pPr marL="457200" lvl="1" indent="-228600">
              <a:lnSpc>
                <a:spcPct val="90000"/>
              </a:lnSpc>
              <a:spcAft>
                <a:spcPts val="600"/>
              </a:spcAft>
              <a:buClrTx/>
              <a:buFont typeface="Arial" panose="020B0604020202020204" pitchFamily="34" charset="0"/>
              <a:buChar char="•"/>
            </a:pPr>
            <a:r>
              <a:rPr lang="es-ES_tradnl" sz="2000" kern="1200" dirty="0">
                <a:latin typeface="Calibri" panose="020F0502020204030204"/>
                <a:ea typeface="+mn-ea"/>
                <a:cs typeface="+mn-cs"/>
              </a:rPr>
              <a:t>TERMINADORES</a:t>
            </a:r>
            <a:endParaRPr lang="es-ES_tradnl" sz="2000" kern="1200" dirty="0">
              <a:latin typeface="Calibri" panose="020F0502020204030204"/>
              <a:ea typeface="+mn-ea"/>
              <a:cs typeface="Calibri"/>
            </a:endParaRPr>
          </a:p>
        </p:txBody>
      </p:sp>
      <p:pic>
        <p:nvPicPr>
          <p:cNvPr id="5" name="Picture 5" descr="Escanear0022">
            <a:extLst>
              <a:ext uri="{FF2B5EF4-FFF2-40B4-BE49-F238E27FC236}">
                <a16:creationId xmlns:a16="http://schemas.microsoft.com/office/drawing/2014/main" id="{E8CB1AF9-8B33-4C9E-9BB4-84DE829EB9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/>
          <a:srcRect t="8479" r="2" b="2"/>
          <a:stretch/>
        </p:blipFill>
        <p:spPr>
          <a:xfrm>
            <a:off x="3869245" y="3099441"/>
            <a:ext cx="7515755" cy="325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19173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383ADE2-3407-4D0F-A109-DDCDF7481F16}"/>
              </a:ext>
            </a:extLst>
          </p:cNvPr>
          <p:cNvSpPr txBox="1">
            <a:spLocks noChangeArrowheads="1"/>
          </p:cNvSpPr>
          <p:nvPr/>
        </p:nvSpPr>
        <p:spPr>
          <a:xfrm>
            <a:off x="1000741" y="139452"/>
            <a:ext cx="3827933" cy="1400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s-MX" sz="3200" b="1" dirty="0">
                <a:latin typeface="Bauhaus 93" pitchFamily="82" charset="77"/>
              </a:rPr>
              <a:t>PROMOTORES DE TRANSCRIPCIÓN EUCARIOTAS</a:t>
            </a:r>
            <a:endParaRPr lang="es-ES" sz="3200" b="1" dirty="0">
              <a:latin typeface="Bauhaus 93" pitchFamily="82" charset="77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46E8B49-2165-4F3F-ACEB-39DAC5CABA69}"/>
              </a:ext>
            </a:extLst>
          </p:cNvPr>
          <p:cNvSpPr txBox="1">
            <a:spLocks noChangeArrowheads="1"/>
          </p:cNvSpPr>
          <p:nvPr/>
        </p:nvSpPr>
        <p:spPr>
          <a:xfrm>
            <a:off x="1000741" y="1837903"/>
            <a:ext cx="3979336" cy="4420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Son los sitios o secuencias en el ADN que le indican a la ARN-polimerasa el inicio de un gen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 ellos se unen </a:t>
            </a: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factores transcripcionales 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ya que la ARN-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poolimerasa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no puede reconocer los promotores por si sola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Estos son los puntos de regulación que utiliza la célula para determinar que proteínas se sintetizan y en que cantidades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 diferente en procariotas que en eucariotas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B8FC35-870D-4324-BE4F-022917C20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603" t="783" r="301" b="522"/>
          <a:stretch>
            <a:fillRect/>
          </a:stretch>
        </p:blipFill>
        <p:spPr bwMode="auto">
          <a:xfrm>
            <a:off x="5575314" y="603157"/>
            <a:ext cx="5846666" cy="5651685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334159268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C1E536E6-1698-48D1-AC1D-D7109B7021C3}"/>
              </a:ext>
            </a:extLst>
          </p:cNvPr>
          <p:cNvSpPr txBox="1">
            <a:spLocks/>
          </p:cNvSpPr>
          <p:nvPr/>
        </p:nvSpPr>
        <p:spPr>
          <a:xfrm>
            <a:off x="7827433" y="703974"/>
            <a:ext cx="3734783" cy="1196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sz="2400" spc="200" dirty="0">
                <a:latin typeface="Bauhaus 93" pitchFamily="82" charset="77"/>
              </a:rPr>
              <a:t>A</a:t>
            </a:r>
            <a:r>
              <a:rPr lang="en-US" sz="2400" b="1" spc="200" dirty="0">
                <a:latin typeface="Bauhaus 93" pitchFamily="82" charset="77"/>
              </a:rPr>
              <a:t>RN POLIMERASAS DEPENDIENTES DE ADN</a:t>
            </a:r>
            <a:endParaRPr lang="en-US" sz="2400" spc="200" dirty="0">
              <a:latin typeface="Bauhaus 93" pitchFamily="82" charset="77"/>
            </a:endParaRPr>
          </a:p>
        </p:txBody>
      </p:sp>
      <p:pic>
        <p:nvPicPr>
          <p:cNvPr id="3" name="Picture 2" descr="karp6_fig_11_08a">
            <a:extLst>
              <a:ext uri="{FF2B5EF4-FFF2-40B4-BE49-F238E27FC236}">
                <a16:creationId xmlns:a16="http://schemas.microsoft.com/office/drawing/2014/main" id="{698ED599-BAE6-41D8-A222-9C35A6BFAF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-231" r="-736" b="2"/>
          <a:stretch/>
        </p:blipFill>
        <p:spPr bwMode="auto">
          <a:xfrm>
            <a:off x="629784" y="999577"/>
            <a:ext cx="6809018" cy="4858845"/>
          </a:xfrm>
          <a:prstGeom prst="rect">
            <a:avLst/>
          </a:prstGeom>
          <a:noFill/>
          <a:effectLst/>
        </p:spPr>
      </p:pic>
      <p:sp>
        <p:nvSpPr>
          <p:cNvPr id="4" name="4 Marcador de texto">
            <a:extLst>
              <a:ext uri="{FF2B5EF4-FFF2-40B4-BE49-F238E27FC236}">
                <a16:creationId xmlns:a16="http://schemas.microsoft.com/office/drawing/2014/main" id="{673015A5-04D0-4F80-ACE2-4F64C80BC5CA}"/>
              </a:ext>
            </a:extLst>
          </p:cNvPr>
          <p:cNvSpPr txBox="1">
            <a:spLocks/>
          </p:cNvSpPr>
          <p:nvPr/>
        </p:nvSpPr>
        <p:spPr>
          <a:xfrm>
            <a:off x="7933039" y="2136164"/>
            <a:ext cx="3360603" cy="323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 proceso mediante el cual se recobra la información codificada en ADN de los cromosomas se conoce como transcripción del ADN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enzima que realiza la transcripción es la </a:t>
            </a: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ARN polimerasa dependiente de ADN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436816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1947214-BDEE-470D-9A08-BD692C80D6E2}"/>
              </a:ext>
            </a:extLst>
          </p:cNvPr>
          <p:cNvSpPr txBox="1">
            <a:spLocks/>
          </p:cNvSpPr>
          <p:nvPr/>
        </p:nvSpPr>
        <p:spPr>
          <a:xfrm>
            <a:off x="2326409" y="199824"/>
            <a:ext cx="8408193" cy="55862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</a:rPr>
              <a:t>RNA Polimerasas Eucariotas Nucleares</a:t>
            </a: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+mj-ea"/>
              <a:cs typeface="Calibri Light"/>
            </a:endParaRPr>
          </a:p>
        </p:txBody>
      </p:sp>
      <p:pic>
        <p:nvPicPr>
          <p:cNvPr id="3" name="Imagen 2" descr="Imagen que contiene Texto&#10;&#10;Descripción generada automáticamente">
            <a:extLst>
              <a:ext uri="{FF2B5EF4-FFF2-40B4-BE49-F238E27FC236}">
                <a16:creationId xmlns:a16="http://schemas.microsoft.com/office/drawing/2014/main" id="{3E66382A-3546-43C0-A7B4-CBCA27921C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9"/>
          <a:stretch/>
        </p:blipFill>
        <p:spPr>
          <a:xfrm>
            <a:off x="653647" y="961447"/>
            <a:ext cx="11228522" cy="560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49947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2E14F8-4FB8-453D-9C1D-9A2EE6837F4F}"/>
              </a:ext>
            </a:extLst>
          </p:cNvPr>
          <p:cNvSpPr txBox="1">
            <a:spLocks noChangeArrowheads="1"/>
          </p:cNvSpPr>
          <p:nvPr/>
        </p:nvSpPr>
        <p:spPr>
          <a:xfrm>
            <a:off x="1062533" y="864346"/>
            <a:ext cx="4095744" cy="4567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s-MX" sz="3600" dirty="0">
                <a:latin typeface="Bauhaus 93" pitchFamily="82" charset="77"/>
              </a:rPr>
              <a:t>DIFERENCIAS DE </a:t>
            </a:r>
            <a:br>
              <a:rPr lang="es-MX" sz="3600" dirty="0">
                <a:latin typeface="Bauhaus 93" pitchFamily="82" charset="77"/>
              </a:rPr>
            </a:br>
            <a:r>
              <a:rPr lang="es-MX" sz="3600" dirty="0">
                <a:latin typeface="Bauhaus 93" pitchFamily="82" charset="77"/>
              </a:rPr>
              <a:t>LA ARN-POLIMERASA CON </a:t>
            </a:r>
            <a:br>
              <a:rPr lang="es-MX" sz="3600" dirty="0">
                <a:latin typeface="Bauhaus 93" pitchFamily="82" charset="77"/>
              </a:rPr>
            </a:br>
            <a:r>
              <a:rPr lang="es-MX" sz="3600" dirty="0">
                <a:latin typeface="Bauhaus 93" pitchFamily="82" charset="77"/>
              </a:rPr>
              <a:t>LA ADN-POLIMERASA</a:t>
            </a:r>
            <a:endParaRPr lang="es-ES" sz="3600" dirty="0">
              <a:latin typeface="Bauhaus 93" pitchFamily="8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5F7337-D90B-4245-9D6A-4318A345D197}"/>
              </a:ext>
            </a:extLst>
          </p:cNvPr>
          <p:cNvSpPr txBox="1">
            <a:spLocks noChangeArrowheads="1"/>
          </p:cNvSpPr>
          <p:nvPr/>
        </p:nvSpPr>
        <p:spPr>
          <a:xfrm>
            <a:off x="5261276" y="1102691"/>
            <a:ext cx="6614640" cy="4567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s-MX" sz="3600" dirty="0">
                <a:solidFill>
                  <a:prstClr val="black"/>
                </a:solidFill>
                <a:latin typeface="Calibri" panose="020F0502020204030204"/>
              </a:rPr>
              <a:t>Unión de ribonucleótidos</a:t>
            </a:r>
          </a:p>
          <a:p>
            <a:pPr>
              <a:buClrTx/>
            </a:pPr>
            <a:r>
              <a:rPr lang="es-MX" sz="3600" dirty="0">
                <a:solidFill>
                  <a:prstClr val="black"/>
                </a:solidFill>
                <a:latin typeface="Calibri" panose="020F0502020204030204"/>
              </a:rPr>
              <a:t>Sin actividad verificadora de lectura</a:t>
            </a:r>
          </a:p>
          <a:p>
            <a:pPr>
              <a:buClrTx/>
            </a:pPr>
            <a:r>
              <a:rPr lang="es-MX" sz="3600" dirty="0">
                <a:solidFill>
                  <a:prstClr val="black"/>
                </a:solidFill>
                <a:latin typeface="Calibri" panose="020F0502020204030204"/>
              </a:rPr>
              <a:t>Inicia la transcripción sin primer</a:t>
            </a:r>
          </a:p>
          <a:p>
            <a:pPr>
              <a:buClrTx/>
            </a:pPr>
            <a:r>
              <a:rPr lang="es-MX" sz="3600" dirty="0">
                <a:solidFill>
                  <a:prstClr val="black"/>
                </a:solidFill>
                <a:latin typeface="Calibri" panose="020F0502020204030204"/>
              </a:rPr>
              <a:t>No necesita ser tan precisa (ARN no almacena información)</a:t>
            </a:r>
          </a:p>
          <a:p>
            <a:pPr>
              <a:buClrTx/>
            </a:pPr>
            <a:r>
              <a:rPr lang="es-MX" sz="3600" dirty="0">
                <a:solidFill>
                  <a:prstClr val="black"/>
                </a:solidFill>
                <a:latin typeface="Calibri" panose="020F0502020204030204"/>
              </a:rPr>
              <a:t>Comete 1 error por 10</a:t>
            </a:r>
            <a:r>
              <a:rPr lang="es-MX" sz="3600" baseline="30000" dirty="0">
                <a:solidFill>
                  <a:prstClr val="black"/>
                </a:solidFill>
                <a:latin typeface="Calibri" panose="020F0502020204030204"/>
              </a:rPr>
              <a:t>4</a:t>
            </a:r>
            <a:r>
              <a:rPr lang="es-MX" sz="3600" dirty="0">
                <a:solidFill>
                  <a:prstClr val="black"/>
                </a:solidFill>
                <a:latin typeface="Calibri" panose="020F0502020204030204"/>
              </a:rPr>
              <a:t> pb </a:t>
            </a:r>
            <a:endParaRPr lang="es-ES" sz="3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0CC6F5A-E4B1-421A-9B39-FAAB2E87A9F6}"/>
              </a:ext>
            </a:extLst>
          </p:cNvPr>
          <p:cNvSpPr txBox="1">
            <a:spLocks noChangeArrowheads="1"/>
          </p:cNvSpPr>
          <p:nvPr/>
        </p:nvSpPr>
        <p:spPr>
          <a:xfrm>
            <a:off x="814634" y="-6142"/>
            <a:ext cx="4679455" cy="13323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buClrTx/>
              <a:buFontTx/>
            </a:pPr>
            <a:r>
              <a:rPr lang="en-US" sz="3600">
                <a:latin typeface="Bauhaus 93" pitchFamily="82" charset="77"/>
              </a:rPr>
              <a:t>ARN-POLIMERASA DEPENDIENTE DE ADN</a:t>
            </a:r>
            <a:endParaRPr lang="en-US" sz="3600" dirty="0">
              <a:latin typeface="Bauhaus 93" pitchFamily="82" charset="77"/>
            </a:endParaRPr>
          </a:p>
        </p:txBody>
      </p:sp>
      <p:pic>
        <p:nvPicPr>
          <p:cNvPr id="3" name="Picture 2" descr="karp6_fig_11_04a">
            <a:extLst>
              <a:ext uri="{FF2B5EF4-FFF2-40B4-BE49-F238E27FC236}">
                <a16:creationId xmlns:a16="http://schemas.microsoft.com/office/drawing/2014/main" id="{AE98B863-C39E-444F-96D5-DDE2DB38E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tretch/>
        </p:blipFill>
        <p:spPr bwMode="auto">
          <a:xfrm>
            <a:off x="6371065" y="415057"/>
            <a:ext cx="5564663" cy="2898645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23C944C-7D23-40D2-8015-F306EAD0ABD3}"/>
              </a:ext>
            </a:extLst>
          </p:cNvPr>
          <p:cNvSpPr txBox="1">
            <a:spLocks noChangeArrowheads="1"/>
          </p:cNvSpPr>
          <p:nvPr/>
        </p:nvSpPr>
        <p:spPr>
          <a:xfrm>
            <a:off x="819774" y="1319347"/>
            <a:ext cx="5612967" cy="31684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2286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Cataliza la formación del enlace fosfodiéster que une los nucleótidos en la cadena de ARN.</a:t>
            </a:r>
            <a:endParaRPr kumimoji="0" lang="es-ES_tradnl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_tradnl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171450" marR="0" lvl="0" indent="-2286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Desenrolla la doble hélice del ADN por delante suyo.</a:t>
            </a:r>
            <a:endParaRPr kumimoji="0" lang="es-ES_tradnl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_tradnl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171450" marR="0" lvl="0" indent="-2286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ARN crece en sentido 5’ - 3’ siendo la hebra del ADN (3´- 5´).</a:t>
            </a:r>
            <a:endParaRPr kumimoji="0" lang="es-ES_tradnl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171450" marR="0" lvl="0" indent="-2286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pic>
        <p:nvPicPr>
          <p:cNvPr id="5" name="Picture 2" descr="karp6_fig_11_04b">
            <a:extLst>
              <a:ext uri="{FF2B5EF4-FFF2-40B4-BE49-F238E27FC236}">
                <a16:creationId xmlns:a16="http://schemas.microsoft.com/office/drawing/2014/main" id="{28D7DD4E-BCAB-4E8A-9E91-074B4AA572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6431" r="-5" b="-5"/>
          <a:stretch/>
        </p:blipFill>
        <p:spPr bwMode="auto">
          <a:xfrm>
            <a:off x="6374023" y="3422770"/>
            <a:ext cx="5487518" cy="2827952"/>
          </a:xfrm>
          <a:prstGeom prst="rect">
            <a:avLst/>
          </a:prstGeom>
          <a:noFill/>
        </p:spPr>
      </p:pic>
      <p:pic>
        <p:nvPicPr>
          <p:cNvPr id="6" name="Picture 6" descr="figure-04-11">
            <a:extLst>
              <a:ext uri="{FF2B5EF4-FFF2-40B4-BE49-F238E27FC236}">
                <a16:creationId xmlns:a16="http://schemas.microsoft.com/office/drawing/2014/main" id="{0B8E96B3-26AE-428E-8D2E-78AF398F36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/>
          <a:stretch/>
        </p:blipFill>
        <p:spPr>
          <a:xfrm>
            <a:off x="1091682" y="4048482"/>
            <a:ext cx="5177553" cy="25052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395206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B0F5A-186D-4564-ABD1-254A0A13150B}"/>
              </a:ext>
            </a:extLst>
          </p:cNvPr>
          <p:cNvSpPr txBox="1">
            <a:spLocks/>
          </p:cNvSpPr>
          <p:nvPr/>
        </p:nvSpPr>
        <p:spPr>
          <a:xfrm>
            <a:off x="2501883" y="5246703"/>
            <a:ext cx="7738813" cy="10867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>
              <a:buClrTx/>
              <a:buFontTx/>
            </a:pPr>
            <a:r>
              <a:rPr lang="en-US" sz="2800" b="1" spc="800">
                <a:solidFill>
                  <a:srgbClr val="2A1A00"/>
                </a:solidFill>
                <a:latin typeface="Bauhaus 93" pitchFamily="82" charset="77"/>
              </a:rPr>
              <a:t>ETAPAS EN EL PROCESO DE TRANSCRIPCIÓN</a:t>
            </a:r>
            <a:endParaRPr lang="en-US" sz="2800" b="1" spc="800" dirty="0">
              <a:solidFill>
                <a:srgbClr val="2A1A00"/>
              </a:solidFill>
              <a:latin typeface="Bauhaus 93" pitchFamily="8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188688-1488-44EA-BFF6-6A5662436F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2545" t="6270" r="3702" b="13512"/>
          <a:stretch/>
        </p:blipFill>
        <p:spPr bwMode="auto">
          <a:xfrm>
            <a:off x="1029148" y="258833"/>
            <a:ext cx="10508247" cy="49257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3967329"/>
      </p:ext>
    </p:extLst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CB6B429-AA0B-4FA5-ACCC-920D6397873D}"/>
              </a:ext>
            </a:extLst>
          </p:cNvPr>
          <p:cNvSpPr txBox="1">
            <a:spLocks/>
          </p:cNvSpPr>
          <p:nvPr/>
        </p:nvSpPr>
        <p:spPr>
          <a:xfrm>
            <a:off x="313954" y="1720891"/>
            <a:ext cx="3497256" cy="496024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9405" marR="0" lvl="1" indent="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Solo existe un tipo de ARN-polimerasa formada por 6 subunidades que forma el núcleo de la enzima ”core enzyme”.</a:t>
            </a:r>
            <a:endParaRPr kumimoji="0" lang="es-MX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19405" marR="0" lvl="1" indent="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Tienen además un factor sigma “sigma factor” unido a la  RNA-pol antes de que se una al ADN.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319405" marR="0" lvl="1" indent="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6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319405" marR="0" lvl="1" indent="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3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INICIO</a:t>
            </a:r>
            <a:endParaRPr kumimoji="0" lang="es-MX" sz="32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ARN-Polimerasa se une débilmente al ADN (bases expuestas), </a:t>
            </a: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recorre el ADN,</a:t>
            </a: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 encontrar el Promotor se une fuertemente al ADN, abre la doble hélice  e inicia la trascripción.</a:t>
            </a:r>
            <a:endParaRPr kumimoji="0" lang="es-MX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C0A3575-C07B-4C9E-908C-5F8C7EFD1DAD}"/>
              </a:ext>
            </a:extLst>
          </p:cNvPr>
          <p:cNvSpPr/>
          <p:nvPr/>
        </p:nvSpPr>
        <p:spPr>
          <a:xfrm>
            <a:off x="409875" y="241515"/>
            <a:ext cx="48123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lrTx/>
              <a:buFontTx/>
              <a:buNone/>
            </a:pPr>
            <a:r>
              <a:rPr lang="es-MX" sz="2400" kern="1200" dirty="0">
                <a:solidFill>
                  <a:prstClr val="black"/>
                </a:solidFill>
                <a:latin typeface="Bauhaus 93" pitchFamily="82" charset="77"/>
                <a:ea typeface="+mn-ea"/>
                <a:cs typeface="+mn-cs"/>
              </a:rPr>
              <a:t>TRANSCRIPCIÓN EN BACTERIAS</a:t>
            </a:r>
          </a:p>
        </p:txBody>
      </p:sp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AB8848A6-F314-4666-9F80-F7EBA4B70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567" y="862349"/>
            <a:ext cx="2880758" cy="2875791"/>
          </a:xfrm>
          <a:prstGeom prst="rect">
            <a:avLst/>
          </a:prstGeom>
        </p:spPr>
      </p:pic>
      <p:pic>
        <p:nvPicPr>
          <p:cNvPr id="5" name="Imagen 4" descr="Diagrama, Escala de tiempo&#10;&#10;Descripción generada automáticamente">
            <a:extLst>
              <a:ext uri="{FF2B5EF4-FFF2-40B4-BE49-F238E27FC236}">
                <a16:creationId xmlns:a16="http://schemas.microsoft.com/office/drawing/2014/main" id="{FD8542E8-765F-4B25-A727-73F842846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487" y="172742"/>
            <a:ext cx="4705753" cy="6396279"/>
          </a:xfrm>
          <a:prstGeom prst="rect">
            <a:avLst/>
          </a:prstGeom>
        </p:spPr>
      </p:pic>
      <p:pic>
        <p:nvPicPr>
          <p:cNvPr id="6" name="Imagen 5" descr="Imagen que contiene animal, coral&#10;&#10;Descripción generada automáticamente">
            <a:extLst>
              <a:ext uri="{FF2B5EF4-FFF2-40B4-BE49-F238E27FC236}">
                <a16:creationId xmlns:a16="http://schemas.microsoft.com/office/drawing/2014/main" id="{93C08DB4-8703-4EB3-BE3E-E77BF9BB7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274" y="3815231"/>
            <a:ext cx="3035791" cy="291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188294"/>
      </p:ext>
    </p:extLst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B0E6494-8367-4A3E-920F-8FF1219BAF41}"/>
              </a:ext>
            </a:extLst>
          </p:cNvPr>
          <p:cNvSpPr/>
          <p:nvPr/>
        </p:nvSpPr>
        <p:spPr>
          <a:xfrm>
            <a:off x="864972" y="3988564"/>
            <a:ext cx="3525577" cy="1980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US" sz="3000" kern="1200" dirty="0">
                <a:solidFill>
                  <a:prstClr val="black"/>
                </a:solidFill>
                <a:latin typeface="Bauhaus 93" pitchFamily="82" charset="77"/>
                <a:ea typeface="+mn-ea"/>
                <a:cs typeface="+mn-cs"/>
              </a:rPr>
              <a:t>TRANSCRIPCIÓN EN BACTERIAS</a:t>
            </a:r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A2237240-018D-4021-ACD2-EF92271D5B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32" b="-583"/>
          <a:stretch/>
        </p:blipFill>
        <p:spPr>
          <a:xfrm>
            <a:off x="1175084" y="306952"/>
            <a:ext cx="10480526" cy="3681612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A3AFBD-172F-452D-8990-90649009CBB2}"/>
              </a:ext>
            </a:extLst>
          </p:cNvPr>
          <p:cNvSpPr txBox="1">
            <a:spLocks/>
          </p:cNvSpPr>
          <p:nvPr/>
        </p:nvSpPr>
        <p:spPr>
          <a:xfrm>
            <a:off x="4624119" y="3988564"/>
            <a:ext cx="7064079" cy="2470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marR="0" lvl="1" indent="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ELONGACIÓN</a:t>
            </a:r>
            <a:endParaRPr kumimoji="0" lang="es-ES_tradnl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ARN polimerasa abre la doble hélice</a:t>
            </a:r>
            <a:endParaRPr kumimoji="0" lang="es-ES_tradnl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Toma como molde la cadena 3´-5´para </a:t>
            </a: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Colocar en forma complementaria y antiparalelas (5´-3´) nucleótidos de ARN (AGCU) </a:t>
            </a:r>
            <a:endParaRPr kumimoji="0" lang="es-ES_tradnl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realizando enlaces fosfodiéster entre nucleótidos</a:t>
            </a:r>
            <a:endParaRPr kumimoji="0" lang="es-ES_tradnl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Vuelve a enrollar la hélice de ADN</a:t>
            </a:r>
            <a:endParaRPr kumimoji="0" lang="es-ES_tradnl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493874"/>
      </p:ext>
    </p:extLst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FD91649-BB21-49BD-91F0-6357C1B2F126}"/>
              </a:ext>
            </a:extLst>
          </p:cNvPr>
          <p:cNvSpPr txBox="1">
            <a:spLocks/>
          </p:cNvSpPr>
          <p:nvPr/>
        </p:nvSpPr>
        <p:spPr>
          <a:xfrm>
            <a:off x="607614" y="1923586"/>
            <a:ext cx="3213769" cy="4740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9991" marR="0" lvl="1" indent="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19991" marR="0" lvl="1" indent="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TERMINACIÓN</a:t>
            </a:r>
          </a:p>
          <a:p>
            <a:pPr marL="342900" marR="0" lvl="1" indent="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ARN-polimerasa reconoce el </a:t>
            </a:r>
            <a:r>
              <a:rPr kumimoji="0" lang="es-MX" sz="1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terminador</a:t>
            </a: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ARN polimerasa </a:t>
            </a:r>
            <a:r>
              <a:rPr kumimoji="0" lang="es-MX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detiene la transcripción</a:t>
            </a: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mecanismos de terminación</a:t>
            </a:r>
          </a:p>
          <a:p>
            <a:pPr marL="857250" marR="0" lvl="2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Terminación dependiente de Rho</a:t>
            </a:r>
          </a:p>
          <a:p>
            <a:pPr marL="857250" marR="0" lvl="2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Terminación intrínseca</a:t>
            </a:r>
            <a:endParaRPr kumimoji="0" lang="es-MX" sz="1400" b="1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1175FE0-E7DA-4D49-9706-46D8FE7EA473}"/>
              </a:ext>
            </a:extLst>
          </p:cNvPr>
          <p:cNvSpPr/>
          <p:nvPr/>
        </p:nvSpPr>
        <p:spPr>
          <a:xfrm>
            <a:off x="605110" y="537681"/>
            <a:ext cx="29871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lrTx/>
              <a:buFontTx/>
              <a:buNone/>
            </a:pPr>
            <a:r>
              <a:rPr lang="es-MX" sz="2800" kern="1200" dirty="0">
                <a:solidFill>
                  <a:prstClr val="black"/>
                </a:solidFill>
                <a:latin typeface="Bauhaus 93" pitchFamily="82" charset="77"/>
                <a:ea typeface="+mn-ea"/>
                <a:cs typeface="+mn-cs"/>
              </a:rPr>
              <a:t>TRANSCRIPCIÓN EN BACTERIAS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941FE7-68EE-4F5D-897A-48C0CA2BA3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b="58691"/>
          <a:stretch/>
        </p:blipFill>
        <p:spPr>
          <a:xfrm>
            <a:off x="4379328" y="397434"/>
            <a:ext cx="7175069" cy="355556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0DDA3EA-F274-46AD-AE06-8EC284F2B034}"/>
              </a:ext>
            </a:extLst>
          </p:cNvPr>
          <p:cNvSpPr/>
          <p:nvPr/>
        </p:nvSpPr>
        <p:spPr>
          <a:xfrm>
            <a:off x="4441315" y="4151255"/>
            <a:ext cx="7467086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buClrTx/>
              <a:buFontTx/>
              <a:buNone/>
            </a:pPr>
            <a:r>
              <a:rPr lang="es-ES_tradnl" sz="12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Esquema de los mecanismos de terminación por ARN polimerasas. </a:t>
            </a:r>
            <a:r>
              <a:rPr lang="es-ES_tradnl" sz="12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Los mecanismos revelan tres temas comunes a más de una polimerasa, (i) la digestión de la exonucleasa de 5′-3′ de un fragmento corriente abajo de la transcripción naciente unida a la polimerasa, (ii) el híbrido oligo(rU:dA) de emparejamiento débil de bases y (iii) la participación de una helicasa, Rho o Sen1.</a:t>
            </a:r>
          </a:p>
          <a:p>
            <a:pPr algn="just">
              <a:buClrTx/>
              <a:buFontTx/>
              <a:buNone/>
            </a:pPr>
            <a:endParaRPr lang="es-ES_tradnl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algn="just">
              <a:buClrTx/>
              <a:buFontTx/>
              <a:buNone/>
            </a:pPr>
            <a:r>
              <a:rPr lang="es-ES_tradnl" sz="12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 (A) </a:t>
            </a:r>
            <a:r>
              <a:rPr lang="es-ES_tradnl" sz="12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Terminación mediada por Rho por ARN polimerasa bacteriana</a:t>
            </a:r>
            <a:r>
              <a:rPr lang="es-ES_tradnl" sz="12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. La helicasa Rho se une al transcrito naciente en una región rica en C y viaja a lo largo del ARN en una dirección de 5' a 3′ hacia la polimerasa para inducir desestabilización y terminación. </a:t>
            </a:r>
          </a:p>
          <a:p>
            <a:pPr algn="just">
              <a:buClrTx/>
              <a:buFontTx/>
              <a:buNone/>
            </a:pPr>
            <a:endParaRPr lang="es-ES_tradnl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algn="just">
              <a:buClrTx/>
              <a:buFontTx/>
              <a:buNone/>
            </a:pPr>
            <a:r>
              <a:rPr lang="es-ES_tradnl" sz="12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(B) </a:t>
            </a:r>
            <a:r>
              <a:rPr lang="es-ES_tradnl" sz="12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Terminación intrínseca por ARN polimerasa bacteriana</a:t>
            </a:r>
            <a:r>
              <a:rPr lang="es-ES_tradnl" sz="12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. Una horquilla formada por el ARN naciente seguido de un segmento rico en T en una hebra sin plantilla comprende la señal de terminación intrínseca. La liberación de la transcripción ocurre dentro del tramo T. </a:t>
            </a:r>
          </a:p>
        </p:txBody>
      </p:sp>
    </p:spTree>
    <p:extLst>
      <p:ext uri="{BB962C8B-B14F-4D97-AF65-F5344CB8AC3E}">
        <p14:creationId xmlns:p14="http://schemas.microsoft.com/office/powerpoint/2010/main" val="1611354348"/>
      </p:ext>
    </p:extLst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s multimedia en línea 6" descr="TRANSCRIPCIÓN DEL ADN video">
            <a:hlinkClick r:id="" action="ppaction://media"/>
            <a:extLst>
              <a:ext uri="{FF2B5EF4-FFF2-40B4-BE49-F238E27FC236}">
                <a16:creationId xmlns:a16="http://schemas.microsoft.com/office/drawing/2014/main" id="{0D5F1BE3-12A2-440C-92D1-084819D6C98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29721" y="315566"/>
            <a:ext cx="11218160" cy="623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4599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0CB18CC-974B-447C-B4AA-A2611CFC1184}"/>
              </a:ext>
            </a:extLst>
          </p:cNvPr>
          <p:cNvSpPr txBox="1">
            <a:spLocks noChangeArrowheads="1"/>
          </p:cNvSpPr>
          <p:nvPr/>
        </p:nvSpPr>
        <p:spPr>
          <a:xfrm>
            <a:off x="4753008" y="468496"/>
            <a:ext cx="6540633" cy="1386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TRANSCRIPCIÓN EN CÉLULAS EUCARIOTAS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0C50C05-62DB-4850-BA31-BD67C7CC66A5}"/>
              </a:ext>
            </a:extLst>
          </p:cNvPr>
          <p:cNvSpPr txBox="1">
            <a:spLocks noChangeArrowheads="1"/>
          </p:cNvSpPr>
          <p:nvPr/>
        </p:nvSpPr>
        <p:spPr>
          <a:xfrm>
            <a:off x="4714262" y="2072670"/>
            <a:ext cx="6579379" cy="41395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Factores generales de Transcripción (</a:t>
            </a:r>
            <a:r>
              <a:rPr kumimoji="0" lang="es-ES_tradnl" sz="20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GTF´s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)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regulan reconocimiento de promotor y la actividad de las ARN-</a:t>
            </a:r>
            <a:r>
              <a:rPr kumimoji="0" lang="es-ES_tradnl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pol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.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ARN es transcrito en núcleo celular y modificado  en células e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u</a:t>
            </a:r>
            <a:r>
              <a:rPr kumimoji="0" lang="es-ES_tradnl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cariotas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, posteriormente exportado fuera del núcleo.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Antes de salir de núcleo tiene varias etapas de procesamiento del ARN (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Transcrito primario (pre-RNA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))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Una 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unidad de transcripción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 es el segmento de ADN que corresponde al transcrito primario.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cs typeface="Calibri"/>
            </a:endParaRPr>
          </a:p>
          <a:p>
            <a:pPr marL="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Se requiere una gran variedad de ARN pequeños para procesar los ARN.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6DE9A7-CD1D-4784-BA28-1A6BD14B52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9" r="22929"/>
          <a:stretch/>
        </p:blipFill>
        <p:spPr>
          <a:xfrm>
            <a:off x="644117" y="238733"/>
            <a:ext cx="3836969" cy="638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89921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44648F6-28A6-42DC-850C-CAAA3C5E3729}"/>
              </a:ext>
            </a:extLst>
          </p:cNvPr>
          <p:cNvSpPr txBox="1">
            <a:spLocks noChangeArrowheads="1"/>
          </p:cNvSpPr>
          <p:nvPr/>
        </p:nvSpPr>
        <p:spPr>
          <a:xfrm>
            <a:off x="2132842" y="211105"/>
            <a:ext cx="8365794" cy="3186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7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>
              <a:buClrTx/>
              <a:buFontTx/>
            </a:pPr>
            <a:r>
              <a:rPr lang="en-US" sz="2800" spc="200">
                <a:latin typeface="Bauhaus 93" pitchFamily="82" charset="77"/>
              </a:rPr>
              <a:t>TRANSCRIPCIÓN  EN CÉLULAS EUCARIOTAS</a:t>
            </a:r>
            <a:endParaRPr lang="en-US" sz="2800" spc="200" dirty="0">
              <a:latin typeface="Bauhaus 93" pitchFamily="82" charset="7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3DD0C7C-2FFA-4094-BDA4-9D16984792C6}"/>
              </a:ext>
            </a:extLst>
          </p:cNvPr>
          <p:cNvSpPr txBox="1">
            <a:spLocks noChangeArrowheads="1"/>
          </p:cNvSpPr>
          <p:nvPr/>
        </p:nvSpPr>
        <p:spPr>
          <a:xfrm>
            <a:off x="618786" y="1051330"/>
            <a:ext cx="10871992" cy="25294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marR="0" lvl="0" indent="-285750" algn="just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Factores generales de Transcripción (GTF´s)</a:t>
            </a: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son específicos para cada polimerasa</a:t>
            </a:r>
            <a:endParaRPr kumimoji="0" lang="es-ES_tradnl" sz="20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7150" marR="0" lvl="0" indent="-285750" algn="just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Cada tipo de ARN-polimerasa dependiente de ADN </a:t>
            </a:r>
            <a:r>
              <a:rPr kumimoji="0" lang="es-ES_tradnl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posee promotores específicos y factores generales de transcripción especiales que realizan el reconocimiento del promotor y la activación de la RNA polimerasa.</a:t>
            </a:r>
            <a:endParaRPr kumimoji="0" lang="es-ES_tradnl" sz="20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" marR="0" lvl="0" indent="-285750" algn="just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Promotores y factores generales de transcripción de la RNA polimerasa II</a:t>
            </a:r>
            <a:endParaRPr kumimoji="0" lang="es-ES_tradnl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26410DCF-E153-43E9-B22F-50451BFB4B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38" b="5663"/>
          <a:stretch/>
        </p:blipFill>
        <p:spPr>
          <a:xfrm>
            <a:off x="4174623" y="3175590"/>
            <a:ext cx="2740368" cy="3096170"/>
          </a:xfrm>
          <a:prstGeom prst="rect">
            <a:avLst/>
          </a:prstGeom>
        </p:spPr>
      </p:pic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81F8FE51-363E-4612-BCCC-B304F2CB85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62"/>
          <a:stretch/>
        </p:blipFill>
        <p:spPr>
          <a:xfrm>
            <a:off x="823082" y="3171015"/>
            <a:ext cx="3182210" cy="310532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756BBDF-67BB-4943-B1DF-1D8DDA4F33A6}"/>
              </a:ext>
            </a:extLst>
          </p:cNvPr>
          <p:cNvSpPr/>
          <p:nvPr/>
        </p:nvSpPr>
        <p:spPr>
          <a:xfrm>
            <a:off x="439523" y="540132"/>
            <a:ext cx="1694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700"/>
              </a:spcBef>
              <a:buClrTx/>
              <a:buFontTx/>
              <a:buNone/>
            </a:pPr>
            <a:r>
              <a:rPr lang="en-US" sz="28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INICIO</a:t>
            </a:r>
          </a:p>
        </p:txBody>
      </p:sp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5AEEE983-83BE-4535-8286-91590C9F0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167" y="2985174"/>
            <a:ext cx="3217025" cy="309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2550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CD286A87-BD8E-4B2A-8296-45C3547D07AB}"/>
              </a:ext>
            </a:extLst>
          </p:cNvPr>
          <p:cNvSpPr txBox="1">
            <a:spLocks noChangeArrowheads="1"/>
          </p:cNvSpPr>
          <p:nvPr/>
        </p:nvSpPr>
        <p:spPr>
          <a:xfrm>
            <a:off x="-50924" y="301102"/>
            <a:ext cx="8365794" cy="45567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20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TRANSCRIPCIÓN  EN CÉLULAS EUCARIOTAS</a:t>
            </a:r>
            <a:endParaRPr kumimoji="0" lang="en-US" sz="2800" b="1" i="0" u="none" strike="noStrike" kern="1200" cap="none" spc="2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9C8B242-D66E-460D-BB36-8D470EFC0FCE}"/>
              </a:ext>
            </a:extLst>
          </p:cNvPr>
          <p:cNvSpPr txBox="1">
            <a:spLocks noChangeArrowheads="1"/>
          </p:cNvSpPr>
          <p:nvPr/>
        </p:nvSpPr>
        <p:spPr>
          <a:xfrm>
            <a:off x="384476" y="687034"/>
            <a:ext cx="6050379" cy="20607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ELONGACIÓN</a:t>
            </a:r>
            <a:endParaRPr kumimoji="0" lang="es-ES" sz="20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ARN polimerasa abre la doble hélice,</a:t>
            </a: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Toma como molde la cadena 3´-5´para colocar en forma complementaria y antiparalelas (5´-3´) nucleótidos de ARN (AGCU)  acorde a la secuencia de ADN</a:t>
            </a: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Realizando enlaces fosfodiéster entre nucleótidos.</a:t>
            </a: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Vuelve a enrollar la hélice de ADN</a:t>
            </a: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" marR="0" lvl="0" indent="-28575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EDD76B5-B376-4616-A4CB-DFDDB1A1EB64}"/>
              </a:ext>
            </a:extLst>
          </p:cNvPr>
          <p:cNvSpPr/>
          <p:nvPr/>
        </p:nvSpPr>
        <p:spPr>
          <a:xfrm>
            <a:off x="457174" y="2599317"/>
            <a:ext cx="39564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700"/>
              </a:spcBef>
              <a:buClrTx/>
              <a:buFontTx/>
              <a:buNone/>
            </a:pPr>
            <a:r>
              <a:rPr lang="en-US" sz="20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TÉRMINO DE LA TRANSCRIPCIÓN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E404237-F58A-45D2-B2A7-780452F968D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t="37907"/>
          <a:stretch/>
        </p:blipFill>
        <p:spPr>
          <a:xfrm>
            <a:off x="7028957" y="966523"/>
            <a:ext cx="4748521" cy="54595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D232D48-B4AF-4DC5-987B-CA9F4E37737D}"/>
              </a:ext>
            </a:extLst>
          </p:cNvPr>
          <p:cNvSpPr/>
          <p:nvPr/>
        </p:nvSpPr>
        <p:spPr>
          <a:xfrm>
            <a:off x="678151" y="3001428"/>
            <a:ext cx="5988803" cy="33239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buClrTx/>
              <a:buFontTx/>
              <a:buNone/>
            </a:pPr>
            <a:r>
              <a:rPr lang="es-ES_tradnl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(C) Mecanismo de terminación de ARN-pol. II para genes codificantes de </a:t>
            </a:r>
            <a:r>
              <a:rPr lang="es-ES_tradnl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ARNm que contienen poli(A). La transcripción se escinde corriente abajo del sitio de adición de poli(A) por factores de escisión asociados con el CTD de la ARN-pol II. El fragmento de ARN unido a la polimerasa es digerido por Rat1/Xrn2 en dirección 5′–3′. La helicasa Sen1 también se une a pol II y es necesaria para la terminación.</a:t>
            </a:r>
          </a:p>
          <a:p>
            <a:pPr>
              <a:buClrTx/>
              <a:buFontTx/>
              <a:buNone/>
            </a:pPr>
            <a:r>
              <a:rPr lang="es-ES_tradnl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>
              <a:buClrTx/>
              <a:buFontTx/>
              <a:buNone/>
            </a:pPr>
            <a:r>
              <a:rPr lang="es-ES_tradnl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D) Mecanismo de terminación de la ARN-pol. I eucariota</a:t>
            </a:r>
            <a:r>
              <a:rPr lang="es-ES_tradnl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. La mayoría de las transcripciones terminan corriente arriba del sitio de unión Nsi1 (Ydr026C) dentro del tramo T. La escisión cotranscripcional de la transcripción seguida de la escisión progresiva de 5′-3′ por Rat1 también está involucrada en la terminación.</a:t>
            </a:r>
          </a:p>
          <a:p>
            <a:pPr>
              <a:buClrTx/>
              <a:buFontTx/>
              <a:buNone/>
            </a:pPr>
            <a:r>
              <a:rPr lang="es-ES_tradnl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>
              <a:buClrTx/>
              <a:buFontTx/>
              <a:buNone/>
            </a:pPr>
            <a:r>
              <a:rPr lang="es-ES_tradnl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</a:t>
            </a:r>
            <a:r>
              <a:rPr lang="es-ES_tradnl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) Mecanismo de terminación ARN-pol. III</a:t>
            </a:r>
            <a:r>
              <a:rPr lang="es-ES_tradnl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. Un tramo de Timinas en la hebra sin plantilla es suficiente para dirigir la terminación.</a:t>
            </a:r>
          </a:p>
        </p:txBody>
      </p:sp>
    </p:spTree>
    <p:extLst>
      <p:ext uri="{BB962C8B-B14F-4D97-AF65-F5344CB8AC3E}">
        <p14:creationId xmlns:p14="http://schemas.microsoft.com/office/powerpoint/2010/main" val="1475122983"/>
      </p:ext>
    </p:extLst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s multimedia en línea 6" descr="Transcription">
            <a:hlinkClick r:id="" action="ppaction://media"/>
            <a:extLst>
              <a:ext uri="{FF2B5EF4-FFF2-40B4-BE49-F238E27FC236}">
                <a16:creationId xmlns:a16="http://schemas.microsoft.com/office/drawing/2014/main" id="{DC051E22-EBD8-4233-B41C-48443003B12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83105" y="469733"/>
            <a:ext cx="10475281" cy="591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9270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EFA98A2-5E54-4DE1-B215-A2AECD36AA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7" t="17586" r="4820" b="19491"/>
          <a:stretch/>
        </p:blipFill>
        <p:spPr bwMode="auto">
          <a:xfrm>
            <a:off x="1361573" y="202717"/>
            <a:ext cx="9468853" cy="6062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5839089"/>
      </p:ext>
    </p:extLst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1619">
            <a:extLst>
              <a:ext uri="{FF2B5EF4-FFF2-40B4-BE49-F238E27FC236}">
                <a16:creationId xmlns:a16="http://schemas.microsoft.com/office/drawing/2014/main" id="{9C5BDED1-BBAB-4E19-A871-DEB75BFCF5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2233" r="-2" b="119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111619">
            <a:extLst>
              <a:ext uri="{FF2B5EF4-FFF2-40B4-BE49-F238E27FC236}">
                <a16:creationId xmlns:a16="http://schemas.microsoft.com/office/drawing/2014/main" id="{03D31E2B-DC36-4A37-9B53-9C636D489D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2233" r="-2" b="119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111619">
            <a:extLst>
              <a:ext uri="{FF2B5EF4-FFF2-40B4-BE49-F238E27FC236}">
                <a16:creationId xmlns:a16="http://schemas.microsoft.com/office/drawing/2014/main" id="{95AC9A44-746B-4544-BE9E-E6D513B13C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2233" r="-2" b="119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111619">
            <a:extLst>
              <a:ext uri="{FF2B5EF4-FFF2-40B4-BE49-F238E27FC236}">
                <a16:creationId xmlns:a16="http://schemas.microsoft.com/office/drawing/2014/main" id="{236743A0-FFCD-4AAA-BCFE-EC46565BE5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duotone>
              <a:prstClr val="black"/>
              <a:srgbClr val="D9C3A5">
                <a:tint val="50000"/>
                <a:satMod val="180000"/>
              </a:srgbClr>
            </a:duotone>
          </a:blip>
          <a:srcRect t="2233" r="-2" b="119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43DE61-0495-42A2-BAE9-0F414A7E1415}"/>
              </a:ext>
            </a:extLst>
          </p:cNvPr>
          <p:cNvSpPr txBox="1">
            <a:spLocks noChangeArrowheads="1"/>
          </p:cNvSpPr>
          <p:nvPr/>
        </p:nvSpPr>
        <p:spPr>
          <a:xfrm>
            <a:off x="1236125" y="2390274"/>
            <a:ext cx="10271969" cy="17763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5500" b="1" i="0" u="none" strike="noStrike" kern="1200" cap="none" spc="80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</a:rPr>
              <a:t>Clases y funciones del RNA en la síntesis de proteínas</a:t>
            </a:r>
          </a:p>
        </p:txBody>
      </p:sp>
    </p:spTree>
    <p:extLst>
      <p:ext uri="{BB962C8B-B14F-4D97-AF65-F5344CB8AC3E}">
        <p14:creationId xmlns:p14="http://schemas.microsoft.com/office/powerpoint/2010/main" val="2835754349"/>
      </p:ext>
    </p:extLst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Escanear0020">
            <a:extLst>
              <a:ext uri="{FF2B5EF4-FFF2-40B4-BE49-F238E27FC236}">
                <a16:creationId xmlns:a16="http://schemas.microsoft.com/office/drawing/2014/main" id="{39ECDB39-5EC4-4610-8295-CF97D8759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53408" y="517762"/>
            <a:ext cx="5789268" cy="5899967"/>
          </a:xfrm>
          <a:prstGeom prst="rect">
            <a:avLst/>
          </a:prstGeom>
        </p:spPr>
      </p:pic>
      <p:pic>
        <p:nvPicPr>
          <p:cNvPr id="4" name="Picture 10" descr="figure-04-19">
            <a:extLst>
              <a:ext uri="{FF2B5EF4-FFF2-40B4-BE49-F238E27FC236}">
                <a16:creationId xmlns:a16="http://schemas.microsoft.com/office/drawing/2014/main" id="{E2E75F0C-292E-4466-9061-CBE7FDE86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36782" y="295047"/>
            <a:ext cx="5576619" cy="593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865147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703d1ca-5c65-4f5c-bbf7-3439dada1878">
      <Terms xmlns="http://schemas.microsoft.com/office/infopath/2007/PartnerControls"/>
    </lcf76f155ced4ddcb4097134ff3c332f>
    <TaxCatchAll xmlns="be7ab913-f55e-41a3-93fb-464997bfd80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096FC79AEBDB2419593BD9410D2189E" ma:contentTypeVersion="11" ma:contentTypeDescription="Crear nuevo documento." ma:contentTypeScope="" ma:versionID="c4ab87cf445456b9c561d5f30ada67c6">
  <xsd:schema xmlns:xsd="http://www.w3.org/2001/XMLSchema" xmlns:xs="http://www.w3.org/2001/XMLSchema" xmlns:p="http://schemas.microsoft.com/office/2006/metadata/properties" xmlns:ns2="8703d1ca-5c65-4f5c-bbf7-3439dada1878" xmlns:ns3="be7ab913-f55e-41a3-93fb-464997bfd804" targetNamespace="http://schemas.microsoft.com/office/2006/metadata/properties" ma:root="true" ma:fieldsID="03e886533ed7bdfc224f72de676a5956" ns2:_="" ns3:_="">
    <xsd:import namespace="8703d1ca-5c65-4f5c-bbf7-3439dada1878"/>
    <xsd:import namespace="be7ab913-f55e-41a3-93fb-464997bfd8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3d1ca-5c65-4f5c-bbf7-3439dada18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99375edc-ecdf-4f5c-9a1f-fe3446fc79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7ab913-f55e-41a3-93fb-464997bfd80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c425e2d-dba2-450f-a143-a909ab725420}" ma:internalName="TaxCatchAll" ma:showField="CatchAllData" ma:web="be7ab913-f55e-41a3-93fb-464997bfd8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51EE72-5693-483E-8334-5A35FDA4D39E}">
  <ds:schemaRefs>
    <ds:schemaRef ds:uri="http://schemas.microsoft.com/office/2006/metadata/properties"/>
    <ds:schemaRef ds:uri="http://schemas.microsoft.com/office/infopath/2007/PartnerControls"/>
    <ds:schemaRef ds:uri="8703d1ca-5c65-4f5c-bbf7-3439dada1878"/>
    <ds:schemaRef ds:uri="be7ab913-f55e-41a3-93fb-464997bfd804"/>
  </ds:schemaRefs>
</ds:datastoreItem>
</file>

<file path=customXml/itemProps2.xml><?xml version="1.0" encoding="utf-8"?>
<ds:datastoreItem xmlns:ds="http://schemas.openxmlformats.org/officeDocument/2006/customXml" ds:itemID="{C4BC472E-31CB-4FB4-A30B-A0283CA467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03d1ca-5c65-4f5c-bbf7-3439dada1878"/>
    <ds:schemaRef ds:uri="be7ab913-f55e-41a3-93fb-464997bfd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23FFAE-73CA-44D8-84D0-E7D08B7CFA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1406</Words>
  <Application>Microsoft Office PowerPoint</Application>
  <PresentationFormat>Panorámica</PresentationFormat>
  <Paragraphs>183</Paragraphs>
  <Slides>35</Slides>
  <Notes>3</Notes>
  <HiddenSlides>0</HiddenSlides>
  <MMClips>2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6" baseType="lpstr">
      <vt:lpstr>Tema de Office</vt:lpstr>
      <vt:lpstr>Presentación de PowerPoint</vt:lpstr>
      <vt:lpstr>DOGMA CENTRAL DE LA VIDA DEL ADN A LAS PROTEÍNAS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DED</cp:lastModifiedBy>
  <cp:revision>138</cp:revision>
  <dcterms:created xsi:type="dcterms:W3CDTF">2016-04-05T22:22:15Z</dcterms:created>
  <dcterms:modified xsi:type="dcterms:W3CDTF">2022-08-02T16:10:51Z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0x010100C096FC79AEBDB2419593BD9410D2189E</vt:lpwstr>
  </property>
  <property fmtid="{D5CDD505-2E9C-101B-9397-08002B2CF9AE}" pid="3" name="MediaServiceImageTags">
    <vt:lpwstr/>
  </property>
</Properties>
</file>